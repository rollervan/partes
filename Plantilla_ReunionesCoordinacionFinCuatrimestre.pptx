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37_0.xml" ContentType="application/vnd.ms-powerpoint.comments+xml"/>
  <Override PartName="/ppt/comments/modernComment_268_E8FC9EA1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72" r:id="rId2"/>
    <p:sldId id="311" r:id="rId3"/>
    <p:sldId id="616" r:id="rId4"/>
    <p:sldId id="508" r:id="rId5"/>
    <p:sldId id="625" r:id="rId6"/>
    <p:sldId id="626" r:id="rId7"/>
    <p:sldId id="549" r:id="rId8"/>
    <p:sldId id="627" r:id="rId9"/>
    <p:sldId id="628" r:id="rId1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539B7A-BFE5-91DD-9831-C11F4F25B591}" name="grado ingenieriainformatica" initials="gi" userId="S::grado.ingenieriainformatica@urjc.es::9d40e5c8-3287-409d-9cff-f02c13a045a3" providerId="AD"/>
  <p188:author id="{EEC000C9-2FBA-B9F2-FB2C-7DBB775D186C}" name="etsii subdireccion.oa" initials="es" userId="S::etsii.subdireccion.oa@urjc.es::172d4a83-4cd0-47f1-a2b7-8e2e04debd23" providerId="AD"/>
  <p188:author id="{D57183DA-AA13-1129-9A48-A4E38D11BFFC}" name="ERNESTO ARANDA ESCOLASTICO" initials="EA" userId="S::earandae@issi.uned.es::5129a33d-e138-4100-9c5f-c68b660ea1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7A74C7-9E09-0A0F-A21B-0677C8D19562}" v="5" dt="2025-02-24T06:48:18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1027" autoAdjust="0"/>
  </p:normalViewPr>
  <p:slideViewPr>
    <p:cSldViewPr snapToGrid="0">
      <p:cViewPr varScale="1">
        <p:scale>
          <a:sx n="108" d="100"/>
          <a:sy n="108" d="100"/>
        </p:scale>
        <p:origin x="162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ol Borrás Gené" userId="S::oriol.borras@urjc.es::aea611aa-1d44-4c50-abd0-2064e044183a" providerId="AD" clId="Web-{9F103512-2917-4375-9D0B-F48EC4B8661B}"/>
    <pc:docChg chg="modSld">
      <pc:chgData name="Oriol Borrás Gené" userId="S::oriol.borras@urjc.es::aea611aa-1d44-4c50-abd0-2064e044183a" providerId="AD" clId="Web-{9F103512-2917-4375-9D0B-F48EC4B8661B}" dt="2020-03-01T20:47:08.783" v="1387" actId="20577"/>
      <pc:docMkLst>
        <pc:docMk/>
      </pc:docMkLst>
      <pc:sldChg chg="modSp">
        <pc:chgData name="Oriol Borrás Gené" userId="S::oriol.borras@urjc.es::aea611aa-1d44-4c50-abd0-2064e044183a" providerId="AD" clId="Web-{9F103512-2917-4375-9D0B-F48EC4B8661B}" dt="2020-03-01T20:22:08.432" v="4" actId="1076"/>
        <pc:sldMkLst>
          <pc:docMk/>
          <pc:sldMk cId="0" sldId="431"/>
        </pc:sldMkLst>
        <pc:spChg chg="mod">
          <ac:chgData name="Oriol Borrás Gené" userId="S::oriol.borras@urjc.es::aea611aa-1d44-4c50-abd0-2064e044183a" providerId="AD" clId="Web-{9F103512-2917-4375-9D0B-F48EC4B8661B}" dt="2020-03-01T20:22:05.229" v="0" actId="20577"/>
          <ac:spMkLst>
            <pc:docMk/>
            <pc:sldMk cId="0" sldId="431"/>
            <ac:spMk id="23" creationId="{00000000-0000-0000-0000-000000000000}"/>
          </ac:spMkLst>
        </pc:spChg>
        <pc:picChg chg="mod">
          <ac:chgData name="Oriol Borrás Gené" userId="S::oriol.borras@urjc.es::aea611aa-1d44-4c50-abd0-2064e044183a" providerId="AD" clId="Web-{9F103512-2917-4375-9D0B-F48EC4B8661B}" dt="2020-03-01T20:22:08.432" v="4" actId="1076"/>
          <ac:picMkLst>
            <pc:docMk/>
            <pc:sldMk cId="0" sldId="431"/>
            <ac:picMk id="4" creationId="{5491D80F-A99A-4DC7-82E0-C0AA6E5C8393}"/>
          </ac:picMkLst>
        </pc:picChg>
      </pc:sldChg>
      <pc:sldChg chg="addSp modSp">
        <pc:chgData name="Oriol Borrás Gené" userId="S::oriol.borras@urjc.es::aea611aa-1d44-4c50-abd0-2064e044183a" providerId="AD" clId="Web-{9F103512-2917-4375-9D0B-F48EC4B8661B}" dt="2020-03-01T20:28:37.293" v="227" actId="20577"/>
        <pc:sldMkLst>
          <pc:docMk/>
          <pc:sldMk cId="0" sldId="438"/>
        </pc:sldMkLst>
        <pc:spChg chg="mod">
          <ac:chgData name="Oriol Borrás Gené" userId="S::oriol.borras@urjc.es::aea611aa-1d44-4c50-abd0-2064e044183a" providerId="AD" clId="Web-{9F103512-2917-4375-9D0B-F48EC4B8661B}" dt="2020-03-01T20:26:20.183" v="102" actId="20577"/>
          <ac:spMkLst>
            <pc:docMk/>
            <pc:sldMk cId="0" sldId="438"/>
            <ac:spMk id="3" creationId="{00000000-0000-0000-0000-000000000000}"/>
          </ac:spMkLst>
        </pc:spChg>
        <pc:spChg chg="add mod">
          <ac:chgData name="Oriol Borrás Gené" userId="S::oriol.borras@urjc.es::aea611aa-1d44-4c50-abd0-2064e044183a" providerId="AD" clId="Web-{9F103512-2917-4375-9D0B-F48EC4B8661B}" dt="2020-03-01T20:26:08.355" v="92" actId="1076"/>
          <ac:spMkLst>
            <pc:docMk/>
            <pc:sldMk cId="0" sldId="438"/>
            <ac:spMk id="4" creationId="{9A852210-BB27-48A8-A848-9D6564D68B1E}"/>
          </ac:spMkLst>
        </pc:spChg>
        <pc:spChg chg="add mod">
          <ac:chgData name="Oriol Borrás Gené" userId="S::oriol.borras@urjc.es::aea611aa-1d44-4c50-abd0-2064e044183a" providerId="AD" clId="Web-{9F103512-2917-4375-9D0B-F48EC4B8661B}" dt="2020-03-01T20:28:37.293" v="227" actId="20577"/>
          <ac:spMkLst>
            <pc:docMk/>
            <pc:sldMk cId="0" sldId="438"/>
            <ac:spMk id="5" creationId="{7A345760-60FA-4A98-8790-24726382BE92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33:02.233" v="350" actId="20577"/>
        <pc:sldMkLst>
          <pc:docMk/>
          <pc:sldMk cId="0" sldId="441"/>
        </pc:sldMkLst>
        <pc:spChg chg="mod">
          <ac:chgData name="Oriol Borrás Gené" userId="S::oriol.borras@urjc.es::aea611aa-1d44-4c50-abd0-2064e044183a" providerId="AD" clId="Web-{9F103512-2917-4375-9D0B-F48EC4B8661B}" dt="2020-03-01T20:33:02.233" v="350" actId="20577"/>
          <ac:spMkLst>
            <pc:docMk/>
            <pc:sldMk cId="0" sldId="441"/>
            <ac:spMk id="4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33:47.154" v="390" actId="20577"/>
        <pc:sldMkLst>
          <pc:docMk/>
          <pc:sldMk cId="0" sldId="442"/>
        </pc:sldMkLst>
        <pc:spChg chg="mod">
          <ac:chgData name="Oriol Borrás Gené" userId="S::oriol.borras@urjc.es::aea611aa-1d44-4c50-abd0-2064e044183a" providerId="AD" clId="Web-{9F103512-2917-4375-9D0B-F48EC4B8661B}" dt="2020-03-01T20:33:47.154" v="390" actId="20577"/>
          <ac:spMkLst>
            <pc:docMk/>
            <pc:sldMk cId="0" sldId="442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35:20.592" v="404" actId="20577"/>
        <pc:sldMkLst>
          <pc:docMk/>
          <pc:sldMk cId="0" sldId="443"/>
        </pc:sldMkLst>
        <pc:spChg chg="mod">
          <ac:chgData name="Oriol Borrás Gené" userId="S::oriol.borras@urjc.es::aea611aa-1d44-4c50-abd0-2064e044183a" providerId="AD" clId="Web-{9F103512-2917-4375-9D0B-F48EC4B8661B}" dt="2020-03-01T20:35:20.592" v="404" actId="20577"/>
          <ac:spMkLst>
            <pc:docMk/>
            <pc:sldMk cId="0" sldId="443"/>
            <ac:spMk id="15" creationId="{ADDE3484-57E6-4D53-B8F8-63397B3EE38F}"/>
          </ac:spMkLst>
        </pc:spChg>
        <pc:picChg chg="mod ord modCrop">
          <ac:chgData name="Oriol Borrás Gené" userId="S::oriol.borras@urjc.es::aea611aa-1d44-4c50-abd0-2064e044183a" providerId="AD" clId="Web-{9F103512-2917-4375-9D0B-F48EC4B8661B}" dt="2020-03-01T20:34:38.279" v="400" actId="14100"/>
          <ac:picMkLst>
            <pc:docMk/>
            <pc:sldMk cId="0" sldId="443"/>
            <ac:picMk id="3" creationId="{6C51BD48-FD8E-45FC-BCBC-84CBA5B659EF}"/>
          </ac:picMkLst>
        </pc:picChg>
        <pc:picChg chg="mod">
          <ac:chgData name="Oriol Borrás Gené" userId="S::oriol.borras@urjc.es::aea611aa-1d44-4c50-abd0-2064e044183a" providerId="AD" clId="Web-{9F103512-2917-4375-9D0B-F48EC4B8661B}" dt="2020-03-01T20:34:12.529" v="394" actId="1076"/>
          <ac:picMkLst>
            <pc:docMk/>
            <pc:sldMk cId="0" sldId="443"/>
            <ac:picMk id="12" creationId="{98E46E2A-73CD-45FF-AD0D-E519190FF895}"/>
          </ac:picMkLst>
        </pc:picChg>
      </pc:sldChg>
      <pc:sldChg chg="modSp">
        <pc:chgData name="Oriol Borrás Gené" userId="S::oriol.borras@urjc.es::aea611aa-1d44-4c50-abd0-2064e044183a" providerId="AD" clId="Web-{9F103512-2917-4375-9D0B-F48EC4B8661B}" dt="2020-03-01T20:40:06.687" v="819" actId="20577"/>
        <pc:sldMkLst>
          <pc:docMk/>
          <pc:sldMk cId="0" sldId="445"/>
        </pc:sldMkLst>
        <pc:spChg chg="mod">
          <ac:chgData name="Oriol Borrás Gené" userId="S::oriol.borras@urjc.es::aea611aa-1d44-4c50-abd0-2064e044183a" providerId="AD" clId="Web-{9F103512-2917-4375-9D0B-F48EC4B8661B}" dt="2020-03-01T20:40:06.687" v="819" actId="20577"/>
          <ac:spMkLst>
            <pc:docMk/>
            <pc:sldMk cId="0" sldId="445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45:46.424" v="1298" actId="20577"/>
        <pc:sldMkLst>
          <pc:docMk/>
          <pc:sldMk cId="0" sldId="446"/>
        </pc:sldMkLst>
        <pc:spChg chg="mod">
          <ac:chgData name="Oriol Borrás Gené" userId="S::oriol.borras@urjc.es::aea611aa-1d44-4c50-abd0-2064e044183a" providerId="AD" clId="Web-{9F103512-2917-4375-9D0B-F48EC4B8661B}" dt="2020-03-01T20:45:46.424" v="1298" actId="20577"/>
          <ac:spMkLst>
            <pc:docMk/>
            <pc:sldMk cId="0" sldId="446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46:11.267" v="1342" actId="20577"/>
        <pc:sldMkLst>
          <pc:docMk/>
          <pc:sldMk cId="0" sldId="448"/>
        </pc:sldMkLst>
        <pc:spChg chg="mod">
          <ac:chgData name="Oriol Borrás Gené" userId="S::oriol.borras@urjc.es::aea611aa-1d44-4c50-abd0-2064e044183a" providerId="AD" clId="Web-{9F103512-2917-4375-9D0B-F48EC4B8661B}" dt="2020-03-01T20:46:11.267" v="1342" actId="20577"/>
          <ac:spMkLst>
            <pc:docMk/>
            <pc:sldMk cId="0" sldId="448"/>
            <ac:spMk id="7" creationId="{00000000-0000-0000-0000-000000000000}"/>
          </ac:spMkLst>
        </pc:spChg>
      </pc:sldChg>
      <pc:sldChg chg="addSp modSp">
        <pc:chgData name="Oriol Borrás Gené" userId="S::oriol.borras@urjc.es::aea611aa-1d44-4c50-abd0-2064e044183a" providerId="AD" clId="Web-{9F103512-2917-4375-9D0B-F48EC4B8661B}" dt="2020-03-01T20:47:07.096" v="1385" actId="20577"/>
        <pc:sldMkLst>
          <pc:docMk/>
          <pc:sldMk cId="0" sldId="450"/>
        </pc:sldMkLst>
        <pc:spChg chg="add mod">
          <ac:chgData name="Oriol Borrás Gené" userId="S::oriol.borras@urjc.es::aea611aa-1d44-4c50-abd0-2064e044183a" providerId="AD" clId="Web-{9F103512-2917-4375-9D0B-F48EC4B8661B}" dt="2020-03-01T20:47:00.814" v="1384" actId="14100"/>
          <ac:spMkLst>
            <pc:docMk/>
            <pc:sldMk cId="0" sldId="450"/>
            <ac:spMk id="3" creationId="{84C8BACF-159C-4F2A-B622-B821F2C5E327}"/>
          </ac:spMkLst>
        </pc:spChg>
        <pc:spChg chg="mod">
          <ac:chgData name="Oriol Borrás Gené" userId="S::oriol.borras@urjc.es::aea611aa-1d44-4c50-abd0-2064e044183a" providerId="AD" clId="Web-{9F103512-2917-4375-9D0B-F48EC4B8661B}" dt="2020-03-01T20:47:07.096" v="1385" actId="20577"/>
          <ac:spMkLst>
            <pc:docMk/>
            <pc:sldMk cId="0" sldId="450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22:48.182" v="14" actId="20577"/>
        <pc:sldMkLst>
          <pc:docMk/>
          <pc:sldMk cId="2048370272" sldId="493"/>
        </pc:sldMkLst>
        <pc:spChg chg="mod">
          <ac:chgData name="Oriol Borrás Gené" userId="S::oriol.borras@urjc.es::aea611aa-1d44-4c50-abd0-2064e044183a" providerId="AD" clId="Web-{9F103512-2917-4375-9D0B-F48EC4B8661B}" dt="2020-03-01T20:22:48.182" v="14" actId="20577"/>
          <ac:spMkLst>
            <pc:docMk/>
            <pc:sldMk cId="2048370272" sldId="493"/>
            <ac:spMk id="3" creationId="{6672C3C5-C000-4E72-8C8B-C0634E04314B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23:07.011" v="17" actId="20577"/>
        <pc:sldMkLst>
          <pc:docMk/>
          <pc:sldMk cId="760049834" sldId="494"/>
        </pc:sldMkLst>
        <pc:spChg chg="mod">
          <ac:chgData name="Oriol Borrás Gené" userId="S::oriol.borras@urjc.es::aea611aa-1d44-4c50-abd0-2064e044183a" providerId="AD" clId="Web-{9F103512-2917-4375-9D0B-F48EC4B8661B}" dt="2020-03-01T20:23:07.011" v="17" actId="20577"/>
          <ac:spMkLst>
            <pc:docMk/>
            <pc:sldMk cId="760049834" sldId="494"/>
            <ac:spMk id="3" creationId="{6672C3C5-C000-4E72-8C8B-C0634E04314B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29:08.184" v="239" actId="20577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9F103512-2917-4375-9D0B-F48EC4B8661B}" dt="2020-03-01T20:29:08.184" v="239" actId="20577"/>
          <ac:spMkLst>
            <pc:docMk/>
            <pc:sldMk cId="3868182944" sldId="496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31:03.794" v="289" actId="14100"/>
        <pc:sldMkLst>
          <pc:docMk/>
          <pc:sldMk cId="414915281" sldId="497"/>
        </pc:sldMkLst>
        <pc:spChg chg="mod">
          <ac:chgData name="Oriol Borrás Gené" userId="S::oriol.borras@urjc.es::aea611aa-1d44-4c50-abd0-2064e044183a" providerId="AD" clId="Web-{9F103512-2917-4375-9D0B-F48EC4B8661B}" dt="2020-03-01T20:31:03.794" v="289" actId="14100"/>
          <ac:spMkLst>
            <pc:docMk/>
            <pc:sldMk cId="414915281" sldId="497"/>
            <ac:spMk id="4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45:51.737" v="1300" actId="1076"/>
        <pc:sldMkLst>
          <pc:docMk/>
          <pc:sldMk cId="406017970" sldId="506"/>
        </pc:sldMkLst>
        <pc:spChg chg="mod">
          <ac:chgData name="Oriol Borrás Gené" userId="S::oriol.borras@urjc.es::aea611aa-1d44-4c50-abd0-2064e044183a" providerId="AD" clId="Web-{9F103512-2917-4375-9D0B-F48EC4B8661B}" dt="2020-03-01T20:45:51.737" v="1300" actId="1076"/>
          <ac:spMkLst>
            <pc:docMk/>
            <pc:sldMk cId="406017970" sldId="506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F103512-2917-4375-9D0B-F48EC4B8661B}" dt="2020-03-01T20:40:44.031" v="895" actId="20577"/>
        <pc:sldMkLst>
          <pc:docMk/>
          <pc:sldMk cId="3293163001" sldId="507"/>
        </pc:sldMkLst>
        <pc:spChg chg="mod">
          <ac:chgData name="Oriol Borrás Gené" userId="S::oriol.borras@urjc.es::aea611aa-1d44-4c50-abd0-2064e044183a" providerId="AD" clId="Web-{9F103512-2917-4375-9D0B-F48EC4B8661B}" dt="2020-03-01T20:40:44.031" v="895" actId="20577"/>
          <ac:spMkLst>
            <pc:docMk/>
            <pc:sldMk cId="3293163001" sldId="507"/>
            <ac:spMk id="4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7B580133-3A45-4D6F-BBE1-C5FD264D12FC}"/>
    <pc:docChg chg="addSld modSld">
      <pc:chgData name="Oriol Borrás Gené" userId="S::oriol.borras@urjc.es::aea611aa-1d44-4c50-abd0-2064e044183a" providerId="AD" clId="Web-{7B580133-3A45-4D6F-BBE1-C5FD264D12FC}" dt="2020-02-25T21:14:19.685" v="476"/>
      <pc:docMkLst>
        <pc:docMk/>
      </pc:docMkLst>
      <pc:sldChg chg="addSp modSp">
        <pc:chgData name="Oriol Borrás Gené" userId="S::oriol.borras@urjc.es::aea611aa-1d44-4c50-abd0-2064e044183a" providerId="AD" clId="Web-{7B580133-3A45-4D6F-BBE1-C5FD264D12FC}" dt="2020-02-25T20:51:07.788" v="366" actId="1076"/>
        <pc:sldMkLst>
          <pc:docMk/>
          <pc:sldMk cId="0" sldId="433"/>
        </pc:sldMkLst>
        <pc:spChg chg="add mod">
          <ac:chgData name="Oriol Borrás Gené" userId="S::oriol.borras@urjc.es::aea611aa-1d44-4c50-abd0-2064e044183a" providerId="AD" clId="Web-{7B580133-3A45-4D6F-BBE1-C5FD264D12FC}" dt="2020-02-25T20:23:05.832" v="9" actId="20577"/>
          <ac:spMkLst>
            <pc:docMk/>
            <pc:sldMk cId="0" sldId="433"/>
            <ac:spMk id="3" creationId="{F0493A88-2DDC-43FF-868C-71AFAE6C05AD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0:23:15.973" v="33" actId="1076"/>
          <ac:spMkLst>
            <pc:docMk/>
            <pc:sldMk cId="0" sldId="433"/>
            <ac:spMk id="5" creationId="{41AD9A9F-5ABA-492F-8921-A9FCA6BECF7B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0:23:29.285" v="41" actId="1076"/>
          <ac:spMkLst>
            <pc:docMk/>
            <pc:sldMk cId="0" sldId="433"/>
            <ac:spMk id="7" creationId="{DEFDF2C9-A604-4710-B03F-90422CE1C7EC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0:23:41.582" v="47" actId="20577"/>
          <ac:spMkLst>
            <pc:docMk/>
            <pc:sldMk cId="0" sldId="433"/>
            <ac:spMk id="11" creationId="{8C7FF2D7-C171-4DF4-B116-DB3A74662D21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0:23:49.145" v="51" actId="20577"/>
          <ac:spMkLst>
            <pc:docMk/>
            <pc:sldMk cId="0" sldId="433"/>
            <ac:spMk id="13" creationId="{97A51EF6-7597-4089-A8C6-9ADF9FAA1A3C}"/>
          </ac:spMkLst>
        </pc:spChg>
        <pc:spChg chg="mod">
          <ac:chgData name="Oriol Borrás Gené" userId="S::oriol.borras@urjc.es::aea611aa-1d44-4c50-abd0-2064e044183a" providerId="AD" clId="Web-{7B580133-3A45-4D6F-BBE1-C5FD264D12FC}" dt="2020-02-25T20:51:07.788" v="366" actId="1076"/>
          <ac:spMkLst>
            <pc:docMk/>
            <pc:sldMk cId="0" sldId="433"/>
            <ac:spMk id="2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7B580133-3A45-4D6F-BBE1-C5FD264D12FC}" dt="2020-02-25T21:14:19.685" v="476"/>
        <pc:sldMkLst>
          <pc:docMk/>
          <pc:sldMk cId="0" sldId="435"/>
        </pc:sldMkLst>
        <pc:spChg chg="add">
          <ac:chgData name="Oriol Borrás Gené" userId="S::oriol.borras@urjc.es::aea611aa-1d44-4c50-abd0-2064e044183a" providerId="AD" clId="Web-{7B580133-3A45-4D6F-BBE1-C5FD264D12FC}" dt="2020-02-25T20:51:26.725" v="371"/>
          <ac:spMkLst>
            <pc:docMk/>
            <pc:sldMk cId="0" sldId="435"/>
            <ac:spMk id="3" creationId="{21BC4A1D-CABB-46E8-B9C6-541E01AAA841}"/>
          </ac:spMkLst>
        </pc:spChg>
        <pc:spChg chg="add del mod">
          <ac:chgData name="Oriol Borrás Gené" userId="S::oriol.borras@urjc.es::aea611aa-1d44-4c50-abd0-2064e044183a" providerId="AD" clId="Web-{7B580133-3A45-4D6F-BBE1-C5FD264D12FC}" dt="2020-02-25T21:13:59.842" v="462"/>
          <ac:spMkLst>
            <pc:docMk/>
            <pc:sldMk cId="0" sldId="435"/>
            <ac:spMk id="7" creationId="{C4CFCEFC-F129-41D1-A7B5-8AF71801BB35}"/>
          </ac:spMkLst>
        </pc:spChg>
        <pc:spChg chg="mod">
          <ac:chgData name="Oriol Borrás Gené" userId="S::oriol.borras@urjc.es::aea611aa-1d44-4c50-abd0-2064e044183a" providerId="AD" clId="Web-{7B580133-3A45-4D6F-BBE1-C5FD264D12FC}" dt="2020-02-25T21:14:16.060" v="469" actId="20577"/>
          <ac:spMkLst>
            <pc:docMk/>
            <pc:sldMk cId="0" sldId="435"/>
            <ac:spMk id="8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7B580133-3A45-4D6F-BBE1-C5FD264D12FC}" dt="2020-02-25T21:14:19.685" v="475"/>
          <ac:spMkLst>
            <pc:docMk/>
            <pc:sldMk cId="0" sldId="435"/>
            <ac:spMk id="11" creationId="{1DAFBD11-8D86-4A6E-B71C-83B3401BFD6B}"/>
          </ac:spMkLst>
        </pc:spChg>
        <pc:spChg chg="del">
          <ac:chgData name="Oriol Borrás Gené" userId="S::oriol.borras@urjc.es::aea611aa-1d44-4c50-abd0-2064e044183a" providerId="AD" clId="Web-{7B580133-3A45-4D6F-BBE1-C5FD264D12FC}" dt="2020-02-25T20:51:25.959" v="370"/>
          <ac:spMkLst>
            <pc:docMk/>
            <pc:sldMk cId="0" sldId="435"/>
            <ac:spMk id="23" creationId="{00000000-0000-0000-0000-000000000000}"/>
          </ac:spMkLst>
        </pc:spChg>
        <pc:graphicFrameChg chg="add del mod">
          <ac:chgData name="Oriol Borrás Gené" userId="S::oriol.borras@urjc.es::aea611aa-1d44-4c50-abd0-2064e044183a" providerId="AD" clId="Web-{7B580133-3A45-4D6F-BBE1-C5FD264D12FC}" dt="2020-02-25T21:13:59.842" v="463"/>
          <ac:graphicFrameMkLst>
            <pc:docMk/>
            <pc:sldMk cId="0" sldId="435"/>
            <ac:graphicFrameMk id="6" creationId="{A9505013-3B2F-4819-8FF3-0D08513A23CA}"/>
          </ac:graphicFrameMkLst>
        </pc:graphicFrameChg>
        <pc:graphicFrameChg chg="add del mod">
          <ac:chgData name="Oriol Borrás Gené" userId="S::oriol.borras@urjc.es::aea611aa-1d44-4c50-abd0-2064e044183a" providerId="AD" clId="Web-{7B580133-3A45-4D6F-BBE1-C5FD264D12FC}" dt="2020-02-25T21:14:19.685" v="476"/>
          <ac:graphicFrameMkLst>
            <pc:docMk/>
            <pc:sldMk cId="0" sldId="435"/>
            <ac:graphicFrameMk id="10" creationId="{17ED3BBD-D18D-44EE-8FC4-881A45084EF5}"/>
          </ac:graphicFrameMkLst>
        </pc:graphicFrameChg>
      </pc:sldChg>
      <pc:sldChg chg="addSp delSp modSp">
        <pc:chgData name="Oriol Borrás Gené" userId="S::oriol.borras@urjc.es::aea611aa-1d44-4c50-abd0-2064e044183a" providerId="AD" clId="Web-{7B580133-3A45-4D6F-BBE1-C5FD264D12FC}" dt="2020-02-25T21:09:11.969" v="387"/>
        <pc:sldMkLst>
          <pc:docMk/>
          <pc:sldMk cId="3022516431" sldId="492"/>
        </pc:sldMkLst>
        <pc:spChg chg="add mod">
          <ac:chgData name="Oriol Borrás Gené" userId="S::oriol.borras@urjc.es::aea611aa-1d44-4c50-abd0-2064e044183a" providerId="AD" clId="Web-{7B580133-3A45-4D6F-BBE1-C5FD264D12FC}" dt="2020-02-25T21:08:47.813" v="375" actId="20577"/>
          <ac:spMkLst>
            <pc:docMk/>
            <pc:sldMk cId="3022516431" sldId="492"/>
            <ac:spMk id="6" creationId="{6FEBC4BE-C368-457E-BBC0-F4BF5B1EB551}"/>
          </ac:spMkLst>
        </pc:spChg>
        <pc:spChg chg="add mod">
          <ac:chgData name="Oriol Borrás Gené" userId="S::oriol.borras@urjc.es::aea611aa-1d44-4c50-abd0-2064e044183a" providerId="AD" clId="Web-{7B580133-3A45-4D6F-BBE1-C5FD264D12FC}" dt="2020-02-25T21:09:01.016" v="383" actId="20577"/>
          <ac:spMkLst>
            <pc:docMk/>
            <pc:sldMk cId="3022516431" sldId="492"/>
            <ac:spMk id="11" creationId="{FD2B5FA1-2081-4B47-96A5-64FBDC059A62}"/>
          </ac:spMkLst>
        </pc:spChg>
        <pc:spChg chg="mod">
          <ac:chgData name="Oriol Borrás Gené" userId="S::oriol.borras@urjc.es::aea611aa-1d44-4c50-abd0-2064e044183a" providerId="AD" clId="Web-{7B580133-3A45-4D6F-BBE1-C5FD264D12FC}" dt="2020-02-25T20:51:21.678" v="369" actId="1076"/>
          <ac:spMkLst>
            <pc:docMk/>
            <pc:sldMk cId="3022516431" sldId="492"/>
            <ac:spMk id="23" creationId="{00000000-0000-0000-0000-000000000000}"/>
          </ac:spMkLst>
        </pc:spChg>
        <pc:picChg chg="del">
          <ac:chgData name="Oriol Borrás Gené" userId="S::oriol.borras@urjc.es::aea611aa-1d44-4c50-abd0-2064e044183a" providerId="AD" clId="Web-{7B580133-3A45-4D6F-BBE1-C5FD264D12FC}" dt="2020-02-25T20:49:13.710" v="322"/>
          <ac:picMkLst>
            <pc:docMk/>
            <pc:sldMk cId="3022516431" sldId="492"/>
            <ac:picMk id="3" creationId="{00000000-0000-0000-0000-000000000000}"/>
          </ac:picMkLst>
        </pc:picChg>
        <pc:picChg chg="add mod modCrop">
          <ac:chgData name="Oriol Borrás Gené" userId="S::oriol.borras@urjc.es::aea611aa-1d44-4c50-abd0-2064e044183a" providerId="AD" clId="Web-{7B580133-3A45-4D6F-BBE1-C5FD264D12FC}" dt="2020-02-25T21:09:11.969" v="387"/>
          <ac:picMkLst>
            <pc:docMk/>
            <pc:sldMk cId="3022516431" sldId="492"/>
            <ac:picMk id="4" creationId="{105FABF5-E49A-44BD-AF22-A6FDCCA203E7}"/>
          </ac:picMkLst>
        </pc:picChg>
        <pc:picChg chg="add del">
          <ac:chgData name="Oriol Borrás Gené" userId="S::oriol.borras@urjc.es::aea611aa-1d44-4c50-abd0-2064e044183a" providerId="AD" clId="Web-{7B580133-3A45-4D6F-BBE1-C5FD264D12FC}" dt="2020-02-25T21:08:49.547" v="378"/>
          <ac:picMkLst>
            <pc:docMk/>
            <pc:sldMk cId="3022516431" sldId="492"/>
            <ac:picMk id="9" creationId="{81494625-738C-443E-B774-E896E7560ADC}"/>
          </ac:picMkLst>
        </pc:picChg>
        <pc:picChg chg="add del">
          <ac:chgData name="Oriol Borrás Gené" userId="S::oriol.borras@urjc.es::aea611aa-1d44-4c50-abd0-2064e044183a" providerId="AD" clId="Web-{7B580133-3A45-4D6F-BBE1-C5FD264D12FC}" dt="2020-02-25T21:08:52.016" v="380"/>
          <ac:picMkLst>
            <pc:docMk/>
            <pc:sldMk cId="3022516431" sldId="492"/>
            <ac:picMk id="10" creationId="{80ED07AA-C641-467D-8E44-CC1BFAEC1408}"/>
          </ac:picMkLst>
        </pc:picChg>
      </pc:sldChg>
      <pc:sldChg chg="addSp delSp modSp modNotes">
        <pc:chgData name="Oriol Borrás Gené" userId="S::oriol.borras@urjc.es::aea611aa-1d44-4c50-abd0-2064e044183a" providerId="AD" clId="Web-{7B580133-3A45-4D6F-BBE1-C5FD264D12FC}" dt="2020-02-25T20:51:12.194" v="368"/>
        <pc:sldMkLst>
          <pc:docMk/>
          <pc:sldMk cId="2048370272" sldId="493"/>
        </pc:sldMkLst>
        <pc:spChg chg="add mod">
          <ac:chgData name="Oriol Borrás Gené" userId="S::oriol.borras@urjc.es::aea611aa-1d44-4c50-abd0-2064e044183a" providerId="AD" clId="Web-{7B580133-3A45-4D6F-BBE1-C5FD264D12FC}" dt="2020-02-25T20:51:00.819" v="365" actId="1076"/>
          <ac:spMkLst>
            <pc:docMk/>
            <pc:sldMk cId="2048370272" sldId="493"/>
            <ac:spMk id="3" creationId="{6672C3C5-C000-4E72-8C8B-C0634E04314B}"/>
          </ac:spMkLst>
        </pc:spChg>
        <pc:spChg chg="add">
          <ac:chgData name="Oriol Borrás Gené" userId="S::oriol.borras@urjc.es::aea611aa-1d44-4c50-abd0-2064e044183a" providerId="AD" clId="Web-{7B580133-3A45-4D6F-BBE1-C5FD264D12FC}" dt="2020-02-25T20:51:12.194" v="368"/>
          <ac:spMkLst>
            <pc:docMk/>
            <pc:sldMk cId="2048370272" sldId="493"/>
            <ac:spMk id="5" creationId="{4E3CABC5-9EA9-4AF4-B00A-CAEA1D22C768}"/>
          </ac:spMkLst>
        </pc:spChg>
        <pc:spChg chg="del">
          <ac:chgData name="Oriol Borrás Gené" userId="S::oriol.borras@urjc.es::aea611aa-1d44-4c50-abd0-2064e044183a" providerId="AD" clId="Web-{7B580133-3A45-4D6F-BBE1-C5FD264D12FC}" dt="2020-02-25T20:51:11.319" v="367"/>
          <ac:spMkLst>
            <pc:docMk/>
            <pc:sldMk cId="2048370272" sldId="493"/>
            <ac:spMk id="23" creationId="{00000000-0000-0000-0000-000000000000}"/>
          </ac:spMkLst>
        </pc:spChg>
      </pc:sldChg>
      <pc:sldChg chg="modSp add replId">
        <pc:chgData name="Oriol Borrás Gené" userId="S::oriol.borras@urjc.es::aea611aa-1d44-4c50-abd0-2064e044183a" providerId="AD" clId="Web-{7B580133-3A45-4D6F-BBE1-C5FD264D12FC}" dt="2020-02-25T21:13:16.733" v="439" actId="20577"/>
        <pc:sldMkLst>
          <pc:docMk/>
          <pc:sldMk cId="760049834" sldId="494"/>
        </pc:sldMkLst>
        <pc:spChg chg="mod">
          <ac:chgData name="Oriol Borrás Gené" userId="S::oriol.borras@urjc.es::aea611aa-1d44-4c50-abd0-2064e044183a" providerId="AD" clId="Web-{7B580133-3A45-4D6F-BBE1-C5FD264D12FC}" dt="2020-02-25T21:13:16.733" v="439" actId="20577"/>
          <ac:spMkLst>
            <pc:docMk/>
            <pc:sldMk cId="760049834" sldId="494"/>
            <ac:spMk id="3" creationId="{6672C3C5-C000-4E72-8C8B-C0634E04314B}"/>
          </ac:spMkLst>
        </pc:spChg>
        <pc:spChg chg="mod">
          <ac:chgData name="Oriol Borrás Gené" userId="S::oriol.borras@urjc.es::aea611aa-1d44-4c50-abd0-2064e044183a" providerId="AD" clId="Web-{7B580133-3A45-4D6F-BBE1-C5FD264D12FC}" dt="2020-02-25T20:44:50.150" v="172" actId="20577"/>
          <ac:spMkLst>
            <pc:docMk/>
            <pc:sldMk cId="760049834" sldId="494"/>
            <ac:spMk id="23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4C43C6CD-C829-41E7-AC8A-4A7E0200BCC8}"/>
    <pc:docChg chg="modSld">
      <pc:chgData name="Dolores Cuadra Fernández" userId="S::dolores.cuadra@urjc.es::3973a3dd-a11e-44c1-9158-1b4a8d8c39da" providerId="AD" clId="Web-{4C43C6CD-C829-41E7-AC8A-4A7E0200BCC8}" dt="2023-03-07T20:41:38.589" v="8" actId="20577"/>
      <pc:docMkLst>
        <pc:docMk/>
      </pc:docMkLst>
      <pc:sldChg chg="modSp">
        <pc:chgData name="Dolores Cuadra Fernández" userId="S::dolores.cuadra@urjc.es::3973a3dd-a11e-44c1-9158-1b4a8d8c39da" providerId="AD" clId="Web-{4C43C6CD-C829-41E7-AC8A-4A7E0200BCC8}" dt="2023-03-07T20:41:38.589" v="8" actId="20577"/>
        <pc:sldMkLst>
          <pc:docMk/>
          <pc:sldMk cId="0" sldId="372"/>
        </pc:sldMkLst>
        <pc:spChg chg="mod">
          <ac:chgData name="Dolores Cuadra Fernández" userId="S::dolores.cuadra@urjc.es::3973a3dd-a11e-44c1-9158-1b4a8d8c39da" providerId="AD" clId="Web-{4C43C6CD-C829-41E7-AC8A-4A7E0200BCC8}" dt="2023-03-07T20:41:23.854" v="1" actId="20577"/>
          <ac:spMkLst>
            <pc:docMk/>
            <pc:sldMk cId="0" sldId="372"/>
            <ac:spMk id="2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4C43C6CD-C829-41E7-AC8A-4A7E0200BCC8}" dt="2023-03-07T20:41:38.589" v="8" actId="20577"/>
          <ac:spMkLst>
            <pc:docMk/>
            <pc:sldMk cId="0" sldId="372"/>
            <ac:spMk id="3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D4F81676-8CA9-476A-853E-D0690BEE85C6}"/>
    <pc:docChg chg="modSld">
      <pc:chgData name="Oriol Borrás Gené" userId="S::oriol.borras@urjc.es::aea611aa-1d44-4c50-abd0-2064e044183a" providerId="AD" clId="Web-{D4F81676-8CA9-476A-853E-D0690BEE85C6}" dt="2020-03-03T10:34:08.733" v="50"/>
      <pc:docMkLst>
        <pc:docMk/>
      </pc:docMkLst>
      <pc:sldChg chg="modSp">
        <pc:chgData name="Oriol Borrás Gené" userId="S::oriol.borras@urjc.es::aea611aa-1d44-4c50-abd0-2064e044183a" providerId="AD" clId="Web-{D4F81676-8CA9-476A-853E-D0690BEE85C6}" dt="2020-03-03T10:31:37.108" v="2" actId="20577"/>
        <pc:sldMkLst>
          <pc:docMk/>
          <pc:sldMk cId="0" sldId="443"/>
        </pc:sldMkLst>
        <pc:spChg chg="mod">
          <ac:chgData name="Oriol Borrás Gené" userId="S::oriol.borras@urjc.es::aea611aa-1d44-4c50-abd0-2064e044183a" providerId="AD" clId="Web-{D4F81676-8CA9-476A-853E-D0690BEE85C6}" dt="2020-03-03T10:31:37.108" v="2" actId="20577"/>
          <ac:spMkLst>
            <pc:docMk/>
            <pc:sldMk cId="0" sldId="443"/>
            <ac:spMk id="2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4F81676-8CA9-476A-853E-D0690BEE85C6}" dt="2020-03-03T10:33:30.280" v="40" actId="20577"/>
        <pc:sldMkLst>
          <pc:docMk/>
          <pc:sldMk cId="0" sldId="447"/>
        </pc:sldMkLst>
        <pc:spChg chg="mod">
          <ac:chgData name="Oriol Borrás Gené" userId="S::oriol.borras@urjc.es::aea611aa-1d44-4c50-abd0-2064e044183a" providerId="AD" clId="Web-{D4F81676-8CA9-476A-853E-D0690BEE85C6}" dt="2020-03-03T10:33:30.280" v="40" actId="20577"/>
          <ac:spMkLst>
            <pc:docMk/>
            <pc:sldMk cId="0" sldId="447"/>
            <ac:spMk id="7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D4F81676-8CA9-476A-853E-D0690BEE85C6}" dt="2020-03-03T10:34:08.733" v="50"/>
        <pc:sldMkLst>
          <pc:docMk/>
          <pc:sldMk cId="0" sldId="448"/>
        </pc:sldMkLst>
        <pc:spChg chg="mod">
          <ac:chgData name="Oriol Borrás Gené" userId="S::oriol.borras@urjc.es::aea611aa-1d44-4c50-abd0-2064e044183a" providerId="AD" clId="Web-{D4F81676-8CA9-476A-853E-D0690BEE85C6}" dt="2020-03-03T10:34:00.764" v="42" actId="1076"/>
          <ac:spMkLst>
            <pc:docMk/>
            <pc:sldMk cId="0" sldId="448"/>
            <ac:spMk id="7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D4F81676-8CA9-476A-853E-D0690BEE85C6}" dt="2020-03-03T10:34:08.733" v="48"/>
          <ac:spMkLst>
            <pc:docMk/>
            <pc:sldMk cId="0" sldId="448"/>
            <ac:spMk id="8" creationId="{FBDF2A0C-720F-43DF-A4D2-D75679555B1D}"/>
          </ac:spMkLst>
        </pc:spChg>
        <pc:graphicFrameChg chg="add del mod">
          <ac:chgData name="Oriol Borrás Gené" userId="S::oriol.borras@urjc.es::aea611aa-1d44-4c50-abd0-2064e044183a" providerId="AD" clId="Web-{D4F81676-8CA9-476A-853E-D0690BEE85C6}" dt="2020-03-03T10:34:08.733" v="50"/>
          <ac:graphicFrameMkLst>
            <pc:docMk/>
            <pc:sldMk cId="0" sldId="448"/>
            <ac:graphicFrameMk id="4" creationId="{AFEE301F-A43D-4456-B379-454008CBD190}"/>
          </ac:graphicFrameMkLst>
        </pc:graphicFrameChg>
        <pc:graphicFrameChg chg="add del mod">
          <ac:chgData name="Oriol Borrás Gené" userId="S::oriol.borras@urjc.es::aea611aa-1d44-4c50-abd0-2064e044183a" providerId="AD" clId="Web-{D4F81676-8CA9-476A-853E-D0690BEE85C6}" dt="2020-03-03T10:34:08.733" v="49"/>
          <ac:graphicFrameMkLst>
            <pc:docMk/>
            <pc:sldMk cId="0" sldId="448"/>
            <ac:graphicFrameMk id="6" creationId="{0C9951E7-9553-4F4F-B1AC-2BD858ABBD40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021E0857-2BAB-4255-BBCD-1C2A7C7ADC25}"/>
    <pc:docChg chg="modSld">
      <pc:chgData name="Dolores Cuadra Fernández" userId="S::dolores.cuadra@urjc.es::3973a3dd-a11e-44c1-9158-1b4a8d8c39da" providerId="AD" clId="Web-{021E0857-2BAB-4255-BBCD-1C2A7C7ADC25}" dt="2021-03-03T17:40:47.545" v="9"/>
      <pc:docMkLst>
        <pc:docMk/>
      </pc:docMkLst>
      <pc:sldChg chg="modSp">
        <pc:chgData name="Dolores Cuadra Fernández" userId="S::dolores.cuadra@urjc.es::3973a3dd-a11e-44c1-9158-1b4a8d8c39da" providerId="AD" clId="Web-{021E0857-2BAB-4255-BBCD-1C2A7C7ADC25}" dt="2021-03-03T17:40:47.545" v="9"/>
        <pc:sldMkLst>
          <pc:docMk/>
          <pc:sldMk cId="1046410554" sldId="525"/>
        </pc:sldMkLst>
        <pc:graphicFrameChg chg="mod modGraphic">
          <ac:chgData name="Dolores Cuadra Fernández" userId="S::dolores.cuadra@urjc.es::3973a3dd-a11e-44c1-9158-1b4a8d8c39da" providerId="AD" clId="Web-{021E0857-2BAB-4255-BBCD-1C2A7C7ADC25}" dt="2021-03-03T17:40:47.545" v="9"/>
          <ac:graphicFrameMkLst>
            <pc:docMk/>
            <pc:sldMk cId="1046410554" sldId="525"/>
            <ac:graphicFrameMk id="3" creationId="{A7DA6D97-229B-4B3D-81BD-16F72A38A799}"/>
          </ac:graphicFrameMkLst>
        </pc:graphicFrameChg>
      </pc:sldChg>
    </pc:docChg>
  </pc:docChgLst>
  <pc:docChgLst>
    <pc:chgData name="etsii subdireccion.oa" userId="S::etsii.subdireccion.oa@urjc.es::172d4a83-4cd0-47f1-a2b7-8e2e04debd23" providerId="AD" clId="Web-{318AC779-710C-2952-975F-F12E1D1A57E9}"/>
    <pc:docChg chg="addSld delSld modSld">
      <pc:chgData name="etsii subdireccion.oa" userId="S::etsii.subdireccion.oa@urjc.es::172d4a83-4cd0-47f1-a2b7-8e2e04debd23" providerId="AD" clId="Web-{318AC779-710C-2952-975F-F12E1D1A57E9}" dt="2020-03-04T15:17:11.800" v="729" actId="20577"/>
      <pc:docMkLst>
        <pc:docMk/>
      </pc:docMkLst>
      <pc:sldChg chg="modSp">
        <pc:chgData name="etsii subdireccion.oa" userId="S::etsii.subdireccion.oa@urjc.es::172d4a83-4cd0-47f1-a2b7-8e2e04debd23" providerId="AD" clId="Web-{318AC779-710C-2952-975F-F12E1D1A57E9}" dt="2020-03-04T14:44:55.952" v="26" actId="20577"/>
        <pc:sldMkLst>
          <pc:docMk/>
          <pc:sldMk cId="0" sldId="311"/>
        </pc:sldMkLst>
        <pc:spChg chg="mod">
          <ac:chgData name="etsii subdireccion.oa" userId="S::etsii.subdireccion.oa@urjc.es::172d4a83-4cd0-47f1-a2b7-8e2e04debd23" providerId="AD" clId="Web-{318AC779-710C-2952-975F-F12E1D1A57E9}" dt="2020-03-04T14:44:55.952" v="26" actId="20577"/>
          <ac:spMkLst>
            <pc:docMk/>
            <pc:sldMk cId="0" sldId="311"/>
            <ac:spMk id="1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04:34.389" v="118" actId="20577"/>
        <pc:sldMkLst>
          <pc:docMk/>
          <pc:sldMk cId="0" sldId="332"/>
        </pc:sldMkLst>
        <pc:spChg chg="mod">
          <ac:chgData name="etsii subdireccion.oa" userId="S::etsii.subdireccion.oa@urjc.es::172d4a83-4cd0-47f1-a2b7-8e2e04debd23" providerId="AD" clId="Web-{318AC779-710C-2952-975F-F12E1D1A57E9}" dt="2020-03-04T15:04:34.389" v="118" actId="20577"/>
          <ac:spMkLst>
            <pc:docMk/>
            <pc:sldMk cId="0" sldId="332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05:18.375" v="124" actId="20577"/>
        <pc:sldMkLst>
          <pc:docMk/>
          <pc:sldMk cId="0" sldId="392"/>
        </pc:sldMkLst>
        <pc:spChg chg="mod">
          <ac:chgData name="etsii subdireccion.oa" userId="S::etsii.subdireccion.oa@urjc.es::172d4a83-4cd0-47f1-a2b7-8e2e04debd23" providerId="AD" clId="Web-{318AC779-710C-2952-975F-F12E1D1A57E9}" dt="2020-03-04T15:05:18.375" v="124" actId="20577"/>
          <ac:spMkLst>
            <pc:docMk/>
            <pc:sldMk cId="0" sldId="392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08:01.098" v="377" actId="20577"/>
        <pc:sldMkLst>
          <pc:docMk/>
          <pc:sldMk cId="0" sldId="393"/>
        </pc:sldMkLst>
        <pc:spChg chg="mod">
          <ac:chgData name="etsii subdireccion.oa" userId="S::etsii.subdireccion.oa@urjc.es::172d4a83-4cd0-47f1-a2b7-8e2e04debd23" providerId="AD" clId="Web-{318AC779-710C-2952-975F-F12E1D1A57E9}" dt="2020-03-04T15:08:01.098" v="377" actId="20577"/>
          <ac:spMkLst>
            <pc:docMk/>
            <pc:sldMk cId="0" sldId="393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16:38.940" v="716" actId="20577"/>
        <pc:sldMkLst>
          <pc:docMk/>
          <pc:sldMk cId="0" sldId="394"/>
        </pc:sldMkLst>
        <pc:spChg chg="mod">
          <ac:chgData name="etsii subdireccion.oa" userId="S::etsii.subdireccion.oa@urjc.es::172d4a83-4cd0-47f1-a2b7-8e2e04debd23" providerId="AD" clId="Web-{318AC779-710C-2952-975F-F12E1D1A57E9}" dt="2020-03-04T15:16:38.940" v="716" actId="20577"/>
          <ac:spMkLst>
            <pc:docMk/>
            <pc:sldMk cId="0" sldId="394"/>
            <ac:spMk id="6147" creationId="{00000000-0000-0000-0000-000000000000}"/>
          </ac:spMkLst>
        </pc:spChg>
      </pc:sldChg>
      <pc:sldChg chg="del">
        <pc:chgData name="etsii subdireccion.oa" userId="S::etsii.subdireccion.oa@urjc.es::172d4a83-4cd0-47f1-a2b7-8e2e04debd23" providerId="AD" clId="Web-{318AC779-710C-2952-975F-F12E1D1A57E9}" dt="2020-03-04T15:16:23.908" v="712"/>
        <pc:sldMkLst>
          <pc:docMk/>
          <pc:sldMk cId="0" sldId="395"/>
        </pc:sldMkLst>
      </pc:sldChg>
      <pc:sldChg chg="del">
        <pc:chgData name="etsii subdireccion.oa" userId="S::etsii.subdireccion.oa@urjc.es::172d4a83-4cd0-47f1-a2b7-8e2e04debd23" providerId="AD" clId="Web-{318AC779-710C-2952-975F-F12E1D1A57E9}" dt="2020-03-04T15:07:28.113" v="369"/>
        <pc:sldMkLst>
          <pc:docMk/>
          <pc:sldMk cId="0" sldId="397"/>
        </pc:sldMkLst>
      </pc:sldChg>
      <pc:sldChg chg="modSp">
        <pc:chgData name="etsii subdireccion.oa" userId="S::etsii.subdireccion.oa@urjc.es::172d4a83-4cd0-47f1-a2b7-8e2e04debd23" providerId="AD" clId="Web-{318AC779-710C-2952-975F-F12E1D1A57E9}" dt="2020-03-04T15:12:13.229" v="704" actId="20577"/>
        <pc:sldMkLst>
          <pc:docMk/>
          <pc:sldMk cId="0" sldId="398"/>
        </pc:sldMkLst>
        <pc:spChg chg="mod">
          <ac:chgData name="etsii subdireccion.oa" userId="S::etsii.subdireccion.oa@urjc.es::172d4a83-4cd0-47f1-a2b7-8e2e04debd23" providerId="AD" clId="Web-{318AC779-710C-2952-975F-F12E1D1A57E9}" dt="2020-03-04T15:08:21.473" v="390" actId="20577"/>
          <ac:spMkLst>
            <pc:docMk/>
            <pc:sldMk cId="0" sldId="398"/>
            <ac:spMk id="2" creationId="{00000000-0000-0000-0000-000000000000}"/>
          </ac:spMkLst>
        </pc:spChg>
        <pc:spChg chg="mod">
          <ac:chgData name="etsii subdireccion.oa" userId="S::etsii.subdireccion.oa@urjc.es::172d4a83-4cd0-47f1-a2b7-8e2e04debd23" providerId="AD" clId="Web-{318AC779-710C-2952-975F-F12E1D1A57E9}" dt="2020-03-04T15:12:13.229" v="704" actId="20577"/>
          <ac:spMkLst>
            <pc:docMk/>
            <pc:sldMk cId="0" sldId="398"/>
            <ac:spMk id="3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4:50:23.007" v="73" actId="20577"/>
        <pc:sldMkLst>
          <pc:docMk/>
          <pc:sldMk cId="0" sldId="438"/>
        </pc:sldMkLst>
        <pc:spChg chg="mod">
          <ac:chgData name="etsii subdireccion.oa" userId="S::etsii.subdireccion.oa@urjc.es::172d4a83-4cd0-47f1-a2b7-8e2e04debd23" providerId="AD" clId="Web-{318AC779-710C-2952-975F-F12E1D1A57E9}" dt="2020-03-04T14:50:23.007" v="73" actId="20577"/>
          <ac:spMkLst>
            <pc:docMk/>
            <pc:sldMk cId="0" sldId="438"/>
            <ac:spMk id="3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4:56:41.408" v="90" actId="20577"/>
        <pc:sldMkLst>
          <pc:docMk/>
          <pc:sldMk cId="0" sldId="450"/>
        </pc:sldMkLst>
        <pc:spChg chg="mod">
          <ac:chgData name="etsii subdireccion.oa" userId="S::etsii.subdireccion.oa@urjc.es::172d4a83-4cd0-47f1-a2b7-8e2e04debd23" providerId="AD" clId="Web-{318AC779-710C-2952-975F-F12E1D1A57E9}" dt="2020-03-04T14:56:41.408" v="90" actId="20577"/>
          <ac:spMkLst>
            <pc:docMk/>
            <pc:sldMk cId="0" sldId="450"/>
            <ac:spMk id="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4:59:45.741" v="106" actId="20577"/>
        <pc:sldMkLst>
          <pc:docMk/>
          <pc:sldMk cId="0" sldId="478"/>
        </pc:sldMkLst>
        <pc:spChg chg="mod">
          <ac:chgData name="etsii subdireccion.oa" userId="S::etsii.subdireccion.oa@urjc.es::172d4a83-4cd0-47f1-a2b7-8e2e04debd23" providerId="AD" clId="Web-{318AC779-710C-2952-975F-F12E1D1A57E9}" dt="2020-03-04T14:59:45.741" v="106" actId="20577"/>
          <ac:spMkLst>
            <pc:docMk/>
            <pc:sldMk cId="0" sldId="478"/>
            <ac:spMk id="1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4:58:02.441" v="100" actId="20577"/>
        <pc:sldMkLst>
          <pc:docMk/>
          <pc:sldMk cId="3187729881" sldId="501"/>
        </pc:sldMkLst>
        <pc:spChg chg="mod">
          <ac:chgData name="etsii subdireccion.oa" userId="S::etsii.subdireccion.oa@urjc.es::172d4a83-4cd0-47f1-a2b7-8e2e04debd23" providerId="AD" clId="Web-{318AC779-710C-2952-975F-F12E1D1A57E9}" dt="2020-03-04T14:58:02.441" v="100" actId="20577"/>
          <ac:spMkLst>
            <pc:docMk/>
            <pc:sldMk cId="3187729881" sldId="501"/>
            <ac:spMk id="8" creationId="{36CFEE26-7190-4A16-806E-61C686EAF2B1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17:11.800" v="728" actId="20577"/>
        <pc:sldMkLst>
          <pc:docMk/>
          <pc:sldMk cId="1070510077" sldId="508"/>
        </pc:sldMkLst>
        <pc:spChg chg="mod">
          <ac:chgData name="etsii subdireccion.oa" userId="S::etsii.subdireccion.oa@urjc.es::172d4a83-4cd0-47f1-a2b7-8e2e04debd23" providerId="AD" clId="Web-{318AC779-710C-2952-975F-F12E1D1A57E9}" dt="2020-03-04T15:17:01.346" v="723" actId="20577"/>
          <ac:spMkLst>
            <pc:docMk/>
            <pc:sldMk cId="1070510077" sldId="508"/>
            <ac:spMk id="2" creationId="{EDC3CEC0-7442-45A1-BBF7-FE42E7924A89}"/>
          </ac:spMkLst>
        </pc:spChg>
        <pc:spChg chg="mod">
          <ac:chgData name="etsii subdireccion.oa" userId="S::etsii.subdireccion.oa@urjc.es::172d4a83-4cd0-47f1-a2b7-8e2e04debd23" providerId="AD" clId="Web-{318AC779-710C-2952-975F-F12E1D1A57E9}" dt="2020-03-04T15:17:11.800" v="728" actId="20577"/>
          <ac:spMkLst>
            <pc:docMk/>
            <pc:sldMk cId="1070510077" sldId="508"/>
            <ac:spMk id="3" creationId="{951917E6-E969-4978-A3B0-83233C7F8FC2}"/>
          </ac:spMkLst>
        </pc:spChg>
      </pc:sldChg>
      <pc:sldChg chg="modSp">
        <pc:chgData name="etsii subdireccion.oa" userId="S::etsii.subdireccion.oa@urjc.es::172d4a83-4cd0-47f1-a2b7-8e2e04debd23" providerId="AD" clId="Web-{318AC779-710C-2952-975F-F12E1D1A57E9}" dt="2020-03-04T15:07:16.972" v="367" actId="20577"/>
        <pc:sldMkLst>
          <pc:docMk/>
          <pc:sldMk cId="496068274" sldId="510"/>
        </pc:sldMkLst>
        <pc:spChg chg="mod">
          <ac:chgData name="etsii subdireccion.oa" userId="S::etsii.subdireccion.oa@urjc.es::172d4a83-4cd0-47f1-a2b7-8e2e04debd23" providerId="AD" clId="Web-{318AC779-710C-2952-975F-F12E1D1A57E9}" dt="2020-03-04T15:05:50.751" v="143" actId="20577"/>
          <ac:spMkLst>
            <pc:docMk/>
            <pc:sldMk cId="496068274" sldId="510"/>
            <ac:spMk id="2" creationId="{32B27A18-312D-4170-AAF0-020DEBE8D87B}"/>
          </ac:spMkLst>
        </pc:spChg>
        <pc:spChg chg="mod">
          <ac:chgData name="etsii subdireccion.oa" userId="S::etsii.subdireccion.oa@urjc.es::172d4a83-4cd0-47f1-a2b7-8e2e04debd23" providerId="AD" clId="Web-{318AC779-710C-2952-975F-F12E1D1A57E9}" dt="2020-03-04T15:07:16.972" v="367" actId="20577"/>
          <ac:spMkLst>
            <pc:docMk/>
            <pc:sldMk cId="496068274" sldId="510"/>
            <ac:spMk id="3" creationId="{4BACC0D1-B7B5-4463-9102-1D8425684C80}"/>
          </ac:spMkLst>
        </pc:spChg>
      </pc:sldChg>
      <pc:sldChg chg="modSp add replId">
        <pc:chgData name="etsii subdireccion.oa" userId="S::etsii.subdireccion.oa@urjc.es::172d4a83-4cd0-47f1-a2b7-8e2e04debd23" providerId="AD" clId="Web-{318AC779-710C-2952-975F-F12E1D1A57E9}" dt="2020-03-04T15:16:32.986" v="715" actId="20577"/>
        <pc:sldMkLst>
          <pc:docMk/>
          <pc:sldMk cId="3784546483" sldId="515"/>
        </pc:sldMkLst>
        <pc:spChg chg="mod">
          <ac:chgData name="etsii subdireccion.oa" userId="S::etsii.subdireccion.oa@urjc.es::172d4a83-4cd0-47f1-a2b7-8e2e04debd23" providerId="AD" clId="Web-{318AC779-710C-2952-975F-F12E1D1A57E9}" dt="2020-03-04T15:16:32.986" v="715" actId="20577"/>
          <ac:spMkLst>
            <pc:docMk/>
            <pc:sldMk cId="3784546483" sldId="515"/>
            <ac:spMk id="6147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E44DA6F0-3DD2-4994-98F4-86EE66D04A6A}"/>
    <pc:docChg chg="modSld">
      <pc:chgData name="Oriol Borrás Gené" userId="S::oriol.borras@urjc.es::aea611aa-1d44-4c50-abd0-2064e044183a" providerId="AD" clId="Web-{E44DA6F0-3DD2-4994-98F4-86EE66D04A6A}" dt="2020-02-26T07:13:13.806" v="48" actId="20577"/>
      <pc:docMkLst>
        <pc:docMk/>
      </pc:docMkLst>
      <pc:sldChg chg="modSp">
        <pc:chgData name="Oriol Borrás Gené" userId="S::oriol.borras@urjc.es::aea611aa-1d44-4c50-abd0-2064e044183a" providerId="AD" clId="Web-{E44DA6F0-3DD2-4994-98F4-86EE66D04A6A}" dt="2020-02-26T07:13:06.763" v="40" actId="20577"/>
        <pc:sldMkLst>
          <pc:docMk/>
          <pc:sldMk cId="0" sldId="437"/>
        </pc:sldMkLst>
        <pc:spChg chg="mod">
          <ac:chgData name="Oriol Borrás Gené" userId="S::oriol.borras@urjc.es::aea611aa-1d44-4c50-abd0-2064e044183a" providerId="AD" clId="Web-{E44DA6F0-3DD2-4994-98F4-86EE66D04A6A}" dt="2020-02-26T07:13:06.763" v="40" actId="20577"/>
          <ac:spMkLst>
            <pc:docMk/>
            <pc:sldMk cId="0" sldId="437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E44DA6F0-3DD2-4994-98F4-86EE66D04A6A}" dt="2020-02-26T07:13:12.012" v="46" actId="20577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E44DA6F0-3DD2-4994-98F4-86EE66D04A6A}" dt="2020-02-26T07:13:12.012" v="46" actId="20577"/>
          <ac:spMkLst>
            <pc:docMk/>
            <pc:sldMk cId="3868182944" sldId="496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E44DA6F0-3DD2-4994-98F4-86EE66D04A6A}" dt="2020-02-26T07:12:29.462" v="16" actId="20577"/>
        <pc:sldMkLst>
          <pc:docMk/>
          <pc:sldMk cId="414915281" sldId="497"/>
        </pc:sldMkLst>
        <pc:spChg chg="mod">
          <ac:chgData name="Oriol Borrás Gené" userId="S::oriol.borras@urjc.es::aea611aa-1d44-4c50-abd0-2064e044183a" providerId="AD" clId="Web-{E44DA6F0-3DD2-4994-98F4-86EE66D04A6A}" dt="2020-02-26T07:12:29.462" v="16" actId="20577"/>
          <ac:spMkLst>
            <pc:docMk/>
            <pc:sldMk cId="414915281" sldId="497"/>
            <ac:spMk id="4" creationId="{00000000-0000-0000-0000-000000000000}"/>
          </ac:spMkLst>
        </pc:spChg>
      </pc:sldChg>
    </pc:docChg>
  </pc:docChgLst>
  <pc:docChgLst>
    <pc:chgData name="María Jesús Algar Díaz" userId="S::mariajesus.algar@urjc.es::dc2b64b8-f97f-4641-883e-c9a3add0d754" providerId="AD" clId="Web-{CC0862AF-B2DA-CF3F-15E9-C2F507EC0504}"/>
    <pc:docChg chg="sldOrd">
      <pc:chgData name="María Jesús Algar Díaz" userId="S::mariajesus.algar@urjc.es::dc2b64b8-f97f-4641-883e-c9a3add0d754" providerId="AD" clId="Web-{CC0862AF-B2DA-CF3F-15E9-C2F507EC0504}" dt="2024-02-20T06:09:07.575" v="0"/>
      <pc:docMkLst>
        <pc:docMk/>
      </pc:docMkLst>
      <pc:sldChg chg="ord">
        <pc:chgData name="María Jesús Algar Díaz" userId="S::mariajesus.algar@urjc.es::dc2b64b8-f97f-4641-883e-c9a3add0d754" providerId="AD" clId="Web-{CC0862AF-B2DA-CF3F-15E9-C2F507EC0504}" dt="2024-02-20T06:09:07.575" v="0"/>
        <pc:sldMkLst>
          <pc:docMk/>
          <pc:sldMk cId="3908869793" sldId="616"/>
        </pc:sldMkLst>
      </pc:sldChg>
    </pc:docChg>
  </pc:docChgLst>
  <pc:docChgLst>
    <pc:chgData name="Jesús Sanchez-Oro Calvo" userId="S::jesus.sanchezoro@urjc.es::7a1a82d3-2fa3-4ccc-a987-67365126dc6a" providerId="AD" clId="Web-{317DCE74-4FE7-45CF-80BA-3C41E8E1EBEE}"/>
    <pc:docChg chg="addSld delSld modSld">
      <pc:chgData name="Jesús Sanchez-Oro Calvo" userId="S::jesus.sanchezoro@urjc.es::7a1a82d3-2fa3-4ccc-a987-67365126dc6a" providerId="AD" clId="Web-{317DCE74-4FE7-45CF-80BA-3C41E8E1EBEE}" dt="2021-03-01T13:43:46.590" v="737" actId="20577"/>
      <pc:docMkLst>
        <pc:docMk/>
      </pc:docMkLst>
      <pc:sldChg chg="del">
        <pc:chgData name="Jesús Sanchez-Oro Calvo" userId="S::jesus.sanchezoro@urjc.es::7a1a82d3-2fa3-4ccc-a987-67365126dc6a" providerId="AD" clId="Web-{317DCE74-4FE7-45CF-80BA-3C41E8E1EBEE}" dt="2021-03-01T12:49:44.761" v="0"/>
        <pc:sldMkLst>
          <pc:docMk/>
          <pc:sldMk cId="0" sldId="396"/>
        </pc:sldMkLst>
      </pc:sldChg>
      <pc:sldChg chg="delSp modSp del">
        <pc:chgData name="Jesús Sanchez-Oro Calvo" userId="S::jesus.sanchezoro@urjc.es::7a1a82d3-2fa3-4ccc-a987-67365126dc6a" providerId="AD" clId="Web-{317DCE74-4FE7-45CF-80BA-3C41E8E1EBEE}" dt="2021-03-01T13:42:14.495" v="678"/>
        <pc:sldMkLst>
          <pc:docMk/>
          <pc:sldMk cId="0" sldId="399"/>
        </pc:sldMkLst>
        <pc:spChg chg="mod">
          <ac:chgData name="Jesús Sanchez-Oro Calvo" userId="S::jesus.sanchezoro@urjc.es::7a1a82d3-2fa3-4ccc-a987-67365126dc6a" providerId="AD" clId="Web-{317DCE74-4FE7-45CF-80BA-3C41E8E1EBEE}" dt="2021-03-01T13:05:42.353" v="403" actId="20577"/>
          <ac:spMkLst>
            <pc:docMk/>
            <pc:sldMk cId="0" sldId="399"/>
            <ac:spMk id="23" creationId="{00000000-0000-0000-0000-000000000000}"/>
          </ac:spMkLst>
        </pc:spChg>
        <pc:picChg chg="del">
          <ac:chgData name="Jesús Sanchez-Oro Calvo" userId="S::jesus.sanchezoro@urjc.es::7a1a82d3-2fa3-4ccc-a987-67365126dc6a" providerId="AD" clId="Web-{317DCE74-4FE7-45CF-80BA-3C41E8E1EBEE}" dt="2021-03-01T13:02:08.944" v="383"/>
          <ac:picMkLst>
            <pc:docMk/>
            <pc:sldMk cId="0" sldId="399"/>
            <ac:picMk id="3" creationId="{AB3D00FB-258D-482A-BD1E-058A1A2C0D1D}"/>
          </ac:picMkLst>
        </pc:picChg>
      </pc:sldChg>
      <pc:sldChg chg="del">
        <pc:chgData name="Jesús Sanchez-Oro Calvo" userId="S::jesus.sanchezoro@urjc.es::7a1a82d3-2fa3-4ccc-a987-67365126dc6a" providerId="AD" clId="Web-{317DCE74-4FE7-45CF-80BA-3C41E8E1EBEE}" dt="2021-03-01T13:07:15.327" v="404"/>
        <pc:sldMkLst>
          <pc:docMk/>
          <pc:sldMk cId="0" sldId="400"/>
        </pc:sldMkLst>
      </pc:sldChg>
      <pc:sldChg chg="modSp">
        <pc:chgData name="Jesús Sanchez-Oro Calvo" userId="S::jesus.sanchezoro@urjc.es::7a1a82d3-2fa3-4ccc-a987-67365126dc6a" providerId="AD" clId="Web-{317DCE74-4FE7-45CF-80BA-3C41E8E1EBEE}" dt="2021-03-01T13:26:31.246" v="580" actId="20577"/>
        <pc:sldMkLst>
          <pc:docMk/>
          <pc:sldMk cId="0" sldId="401"/>
        </pc:sldMkLst>
        <pc:spChg chg="mod">
          <ac:chgData name="Jesús Sanchez-Oro Calvo" userId="S::jesus.sanchezoro@urjc.es::7a1a82d3-2fa3-4ccc-a987-67365126dc6a" providerId="AD" clId="Web-{317DCE74-4FE7-45CF-80BA-3C41E8E1EBEE}" dt="2021-03-01T13:26:31.246" v="580" actId="20577"/>
          <ac:spMkLst>
            <pc:docMk/>
            <pc:sldMk cId="0" sldId="401"/>
            <ac:spMk id="3" creationId="{00000000-0000-0000-0000-000000000000}"/>
          </ac:spMkLst>
        </pc:spChg>
      </pc:sldChg>
      <pc:sldChg chg="addSp delSp modSp">
        <pc:chgData name="Jesús Sanchez-Oro Calvo" userId="S::jesus.sanchezoro@urjc.es::7a1a82d3-2fa3-4ccc-a987-67365126dc6a" providerId="AD" clId="Web-{317DCE74-4FE7-45CF-80BA-3C41E8E1EBEE}" dt="2021-03-01T13:32:45.705" v="593" actId="14100"/>
        <pc:sldMkLst>
          <pc:docMk/>
          <pc:sldMk cId="0" sldId="402"/>
        </pc:sldMkLst>
        <pc:spChg chg="add mod">
          <ac:chgData name="Jesús Sanchez-Oro Calvo" userId="S::jesus.sanchezoro@urjc.es::7a1a82d3-2fa3-4ccc-a987-67365126dc6a" providerId="AD" clId="Web-{317DCE74-4FE7-45CF-80BA-3C41E8E1EBEE}" dt="2021-03-01T13:32:40.580" v="592" actId="1076"/>
          <ac:spMkLst>
            <pc:docMk/>
            <pc:sldMk cId="0" sldId="402"/>
            <ac:spMk id="8" creationId="{0CB4F005-29FD-4154-8BC8-A4750548CC14}"/>
          </ac:spMkLst>
        </pc:spChg>
        <pc:spChg chg="del">
          <ac:chgData name="Jesús Sanchez-Oro Calvo" userId="S::jesus.sanchezoro@urjc.es::7a1a82d3-2fa3-4ccc-a987-67365126dc6a" providerId="AD" clId="Web-{317DCE74-4FE7-45CF-80BA-3C41E8E1EBEE}" dt="2021-03-01T13:31:58.940" v="582"/>
          <ac:spMkLst>
            <pc:docMk/>
            <pc:sldMk cId="0" sldId="402"/>
            <ac:spMk id="9" creationId="{00000000-0000-0000-0000-000000000000}"/>
          </ac:spMkLst>
        </pc:spChg>
        <pc:picChg chg="mod">
          <ac:chgData name="Jesús Sanchez-Oro Calvo" userId="S::jesus.sanchezoro@urjc.es::7a1a82d3-2fa3-4ccc-a987-67365126dc6a" providerId="AD" clId="Web-{317DCE74-4FE7-45CF-80BA-3C41E8E1EBEE}" dt="2021-03-01T13:32:04.064" v="585" actId="1076"/>
          <ac:picMkLst>
            <pc:docMk/>
            <pc:sldMk cId="0" sldId="402"/>
            <ac:picMk id="3" creationId="{19EB74A7-E264-4428-BC95-0162D98D70E1}"/>
          </ac:picMkLst>
        </pc:picChg>
        <pc:picChg chg="add del mod">
          <ac:chgData name="Jesús Sanchez-Oro Calvo" userId="S::jesus.sanchezoro@urjc.es::7a1a82d3-2fa3-4ccc-a987-67365126dc6a" providerId="AD" clId="Web-{317DCE74-4FE7-45CF-80BA-3C41E8E1EBEE}" dt="2021-03-01T13:32:22.158" v="588"/>
          <ac:picMkLst>
            <pc:docMk/>
            <pc:sldMk cId="0" sldId="402"/>
            <ac:picMk id="5" creationId="{021E46E0-3CBF-43BF-97B2-A6DD28759C77}"/>
          </ac:picMkLst>
        </pc:picChg>
        <pc:picChg chg="add mod">
          <ac:chgData name="Jesús Sanchez-Oro Calvo" userId="S::jesus.sanchezoro@urjc.es::7a1a82d3-2fa3-4ccc-a987-67365126dc6a" providerId="AD" clId="Web-{317DCE74-4FE7-45CF-80BA-3C41E8E1EBEE}" dt="2021-03-01T13:32:45.705" v="593" actId="14100"/>
          <ac:picMkLst>
            <pc:docMk/>
            <pc:sldMk cId="0" sldId="402"/>
            <ac:picMk id="6" creationId="{13EFC19C-2ADF-4148-8341-538EA8477202}"/>
          </ac:picMkLst>
        </pc:picChg>
        <pc:picChg chg="del">
          <ac:chgData name="Jesús Sanchez-Oro Calvo" userId="S::jesus.sanchezoro@urjc.es::7a1a82d3-2fa3-4ccc-a987-67365126dc6a" providerId="AD" clId="Web-{317DCE74-4FE7-45CF-80BA-3C41E8E1EBEE}" dt="2021-03-01T13:31:56.298" v="581"/>
          <ac:picMkLst>
            <pc:docMk/>
            <pc:sldMk cId="0" sldId="402"/>
            <ac:picMk id="10" creationId="{00000000-0000-0000-0000-000000000000}"/>
          </ac:picMkLst>
        </pc:picChg>
      </pc:sldChg>
      <pc:sldChg chg="modSp">
        <pc:chgData name="Jesús Sanchez-Oro Calvo" userId="S::jesus.sanchezoro@urjc.es::7a1a82d3-2fa3-4ccc-a987-67365126dc6a" providerId="AD" clId="Web-{317DCE74-4FE7-45CF-80BA-3C41E8E1EBEE}" dt="2021-03-01T13:40:13.259" v="677" actId="20577"/>
        <pc:sldMkLst>
          <pc:docMk/>
          <pc:sldMk cId="684708500" sldId="511"/>
        </pc:sldMkLst>
        <pc:spChg chg="mod">
          <ac:chgData name="Jesús Sanchez-Oro Calvo" userId="S::jesus.sanchezoro@urjc.es::7a1a82d3-2fa3-4ccc-a987-67365126dc6a" providerId="AD" clId="Web-{317DCE74-4FE7-45CF-80BA-3C41E8E1EBEE}" dt="2021-03-01T13:40:13.259" v="677" actId="20577"/>
          <ac:spMkLst>
            <pc:docMk/>
            <pc:sldMk cId="684708500" sldId="511"/>
            <ac:spMk id="3" creationId="{09C76CF5-67B8-4893-AD2B-72DCE8ADDDA2}"/>
          </ac:spMkLst>
        </pc:spChg>
      </pc:sldChg>
      <pc:sldChg chg="delSp modSp">
        <pc:chgData name="Jesús Sanchez-Oro Calvo" userId="S::jesus.sanchezoro@urjc.es::7a1a82d3-2fa3-4ccc-a987-67365126dc6a" providerId="AD" clId="Web-{317DCE74-4FE7-45CF-80BA-3C41E8E1EBEE}" dt="2021-03-01T13:33:56.362" v="631" actId="20577"/>
        <pc:sldMkLst>
          <pc:docMk/>
          <pc:sldMk cId="1411618218" sldId="512"/>
        </pc:sldMkLst>
        <pc:spChg chg="mod">
          <ac:chgData name="Jesús Sanchez-Oro Calvo" userId="S::jesus.sanchezoro@urjc.es::7a1a82d3-2fa3-4ccc-a987-67365126dc6a" providerId="AD" clId="Web-{317DCE74-4FE7-45CF-80BA-3C41E8E1EBEE}" dt="2021-03-01T13:33:56.362" v="631" actId="20577"/>
          <ac:spMkLst>
            <pc:docMk/>
            <pc:sldMk cId="1411618218" sldId="512"/>
            <ac:spMk id="3" creationId="{9C38BE67-D873-422C-8922-40591400746A}"/>
          </ac:spMkLst>
        </pc:spChg>
        <pc:picChg chg="del">
          <ac:chgData name="Jesús Sanchez-Oro Calvo" userId="S::jesus.sanchezoro@urjc.es::7a1a82d3-2fa3-4ccc-a987-67365126dc6a" providerId="AD" clId="Web-{317DCE74-4FE7-45CF-80BA-3C41E8E1EBEE}" dt="2021-03-01T13:33:01.440" v="594"/>
          <ac:picMkLst>
            <pc:docMk/>
            <pc:sldMk cId="1411618218" sldId="512"/>
            <ac:picMk id="5" creationId="{9BDD244C-A710-4370-A95C-E82F2043A0FD}"/>
          </ac:picMkLst>
        </pc:picChg>
      </pc:sldChg>
      <pc:sldChg chg="modSp">
        <pc:chgData name="Jesús Sanchez-Oro Calvo" userId="S::jesus.sanchezoro@urjc.es::7a1a82d3-2fa3-4ccc-a987-67365126dc6a" providerId="AD" clId="Web-{317DCE74-4FE7-45CF-80BA-3C41E8E1EBEE}" dt="2021-03-01T12:55:56.923" v="244" actId="20577"/>
        <pc:sldMkLst>
          <pc:docMk/>
          <pc:sldMk cId="4114996785" sldId="514"/>
        </pc:sldMkLst>
        <pc:spChg chg="mod">
          <ac:chgData name="Jesús Sanchez-Oro Calvo" userId="S::jesus.sanchezoro@urjc.es::7a1a82d3-2fa3-4ccc-a987-67365126dc6a" providerId="AD" clId="Web-{317DCE74-4FE7-45CF-80BA-3C41E8E1EBEE}" dt="2021-03-01T12:50:34.418" v="20" actId="20577"/>
          <ac:spMkLst>
            <pc:docMk/>
            <pc:sldMk cId="4114996785" sldId="514"/>
            <ac:spMk id="2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317DCE74-4FE7-45CF-80BA-3C41E8E1EBEE}" dt="2021-03-01T12:55:56.923" v="244" actId="20577"/>
          <ac:spMkLst>
            <pc:docMk/>
            <pc:sldMk cId="4114996785" sldId="514"/>
            <ac:spMk id="3" creationId="{00000000-0000-0000-0000-000000000000}"/>
          </ac:spMkLst>
        </pc:spChg>
      </pc:sldChg>
      <pc:sldChg chg="del">
        <pc:chgData name="Jesús Sanchez-Oro Calvo" userId="S::jesus.sanchezoro@urjc.es::7a1a82d3-2fa3-4ccc-a987-67365126dc6a" providerId="AD" clId="Web-{317DCE74-4FE7-45CF-80BA-3C41E8E1EBEE}" dt="2021-03-01T12:49:51.527" v="1"/>
        <pc:sldMkLst>
          <pc:docMk/>
          <pc:sldMk cId="3399080132" sldId="516"/>
        </pc:sldMkLst>
      </pc:sldChg>
      <pc:sldChg chg="modSp add replId">
        <pc:chgData name="Jesús Sanchez-Oro Calvo" userId="S::jesus.sanchezoro@urjc.es::7a1a82d3-2fa3-4ccc-a987-67365126dc6a" providerId="AD" clId="Web-{317DCE74-4FE7-45CF-80BA-3C41E8E1EBEE}" dt="2021-03-01T13:43:46.590" v="737" actId="20577"/>
        <pc:sldMkLst>
          <pc:docMk/>
          <pc:sldMk cId="2121556954" sldId="518"/>
        </pc:sldMkLst>
        <pc:spChg chg="mod">
          <ac:chgData name="Jesús Sanchez-Oro Calvo" userId="S::jesus.sanchezoro@urjc.es::7a1a82d3-2fa3-4ccc-a987-67365126dc6a" providerId="AD" clId="Web-{317DCE74-4FE7-45CF-80BA-3C41E8E1EBEE}" dt="2021-03-01T13:43:46.590" v="737" actId="20577"/>
          <ac:spMkLst>
            <pc:docMk/>
            <pc:sldMk cId="2121556954" sldId="518"/>
            <ac:spMk id="3" creationId="{00000000-0000-0000-0000-000000000000}"/>
          </ac:spMkLst>
        </pc:spChg>
      </pc:sldChg>
      <pc:sldChg chg="addSp modSp add replId">
        <pc:chgData name="Jesús Sanchez-Oro Calvo" userId="S::jesus.sanchezoro@urjc.es::7a1a82d3-2fa3-4ccc-a987-67365126dc6a" providerId="AD" clId="Web-{317DCE74-4FE7-45CF-80BA-3C41E8E1EBEE}" dt="2021-03-01T13:19:46.037" v="436" actId="1076"/>
        <pc:sldMkLst>
          <pc:docMk/>
          <pc:sldMk cId="3424805454" sldId="519"/>
        </pc:sldMkLst>
        <pc:spChg chg="add mod">
          <ac:chgData name="Jesús Sanchez-Oro Calvo" userId="S::jesus.sanchezoro@urjc.es::7a1a82d3-2fa3-4ccc-a987-67365126dc6a" providerId="AD" clId="Web-{317DCE74-4FE7-45CF-80BA-3C41E8E1EBEE}" dt="2021-03-01T13:19:46.037" v="436" actId="1076"/>
          <ac:spMkLst>
            <pc:docMk/>
            <pc:sldMk cId="3424805454" sldId="519"/>
            <ac:spMk id="5" creationId="{40BB3C94-85D6-4A5F-9502-A9FBA01933F5}"/>
          </ac:spMkLst>
        </pc:spChg>
        <pc:spChg chg="mod">
          <ac:chgData name="Jesús Sanchez-Oro Calvo" userId="S::jesus.sanchezoro@urjc.es::7a1a82d3-2fa3-4ccc-a987-67365126dc6a" providerId="AD" clId="Web-{317DCE74-4FE7-45CF-80BA-3C41E8E1EBEE}" dt="2021-03-01T13:15:18.221" v="412" actId="20577"/>
          <ac:spMkLst>
            <pc:docMk/>
            <pc:sldMk cId="3424805454" sldId="519"/>
            <ac:spMk id="23" creationId="{00000000-0000-0000-0000-000000000000}"/>
          </ac:spMkLst>
        </pc:spChg>
        <pc:picChg chg="add mod">
          <ac:chgData name="Jesús Sanchez-Oro Calvo" userId="S::jesus.sanchezoro@urjc.es::7a1a82d3-2fa3-4ccc-a987-67365126dc6a" providerId="AD" clId="Web-{317DCE74-4FE7-45CF-80BA-3C41E8E1EBEE}" dt="2021-03-01T13:18:15.020" v="417" actId="1076"/>
          <ac:picMkLst>
            <pc:docMk/>
            <pc:sldMk cId="3424805454" sldId="519"/>
            <ac:picMk id="3" creationId="{C0C37A35-F0D9-4707-9BA3-83E63E48726B}"/>
          </ac:picMkLst>
        </pc:picChg>
        <pc:picChg chg="add mod">
          <ac:chgData name="Jesús Sanchez-Oro Calvo" userId="S::jesus.sanchezoro@urjc.es::7a1a82d3-2fa3-4ccc-a987-67365126dc6a" providerId="AD" clId="Web-{317DCE74-4FE7-45CF-80BA-3C41E8E1EBEE}" dt="2021-03-01T13:18:18.380" v="419" actId="1076"/>
          <ac:picMkLst>
            <pc:docMk/>
            <pc:sldMk cId="3424805454" sldId="519"/>
            <ac:picMk id="4" creationId="{72474498-4962-4A5E-AEE2-979DBE197450}"/>
          </ac:picMkLst>
        </pc:picChg>
      </pc:sldChg>
    </pc:docChg>
  </pc:docChgLst>
  <pc:docChgLst>
    <pc:chgData name="Jesús Sanchez-Oro Calvo" userId="S::jesus.sanchezoro@urjc.es::7a1a82d3-2fa3-4ccc-a987-67365126dc6a" providerId="AD" clId="Web-{5D8EB421-DD85-4AC4-BA4C-002A51ED9030}"/>
    <pc:docChg chg="delSld modSld">
      <pc:chgData name="Jesús Sanchez-Oro Calvo" userId="S::jesus.sanchezoro@urjc.es::7a1a82d3-2fa3-4ccc-a987-67365126dc6a" providerId="AD" clId="Web-{5D8EB421-DD85-4AC4-BA4C-002A51ED9030}" dt="2021-03-03T10:23:29.344" v="48" actId="20577"/>
      <pc:docMkLst>
        <pc:docMk/>
      </pc:docMkLst>
      <pc:sldChg chg="modSp">
        <pc:chgData name="Jesús Sanchez-Oro Calvo" userId="S::jesus.sanchezoro@urjc.es::7a1a82d3-2fa3-4ccc-a987-67365126dc6a" providerId="AD" clId="Web-{5D8EB421-DD85-4AC4-BA4C-002A51ED9030}" dt="2021-03-03T10:23:15.062" v="46" actId="20577"/>
        <pc:sldMkLst>
          <pc:docMk/>
          <pc:sldMk cId="0" sldId="402"/>
        </pc:sldMkLst>
        <pc:spChg chg="mod">
          <ac:chgData name="Jesús Sanchez-Oro Calvo" userId="S::jesus.sanchezoro@urjc.es::7a1a82d3-2fa3-4ccc-a987-67365126dc6a" providerId="AD" clId="Web-{5D8EB421-DD85-4AC4-BA4C-002A51ED9030}" dt="2021-03-03T10:23:15.062" v="46" actId="20577"/>
          <ac:spMkLst>
            <pc:docMk/>
            <pc:sldMk cId="0" sldId="402"/>
            <ac:spMk id="7" creationId="{00000000-0000-0000-0000-000000000000}"/>
          </ac:spMkLst>
        </pc:spChg>
      </pc:sldChg>
      <pc:sldChg chg="modSp">
        <pc:chgData name="Jesús Sanchez-Oro Calvo" userId="S::jesus.sanchezoro@urjc.es::7a1a82d3-2fa3-4ccc-a987-67365126dc6a" providerId="AD" clId="Web-{5D8EB421-DD85-4AC4-BA4C-002A51ED9030}" dt="2021-03-03T10:23:29.344" v="48" actId="20577"/>
        <pc:sldMkLst>
          <pc:docMk/>
          <pc:sldMk cId="1411618218" sldId="512"/>
        </pc:sldMkLst>
        <pc:spChg chg="mod">
          <ac:chgData name="Jesús Sanchez-Oro Calvo" userId="S::jesus.sanchezoro@urjc.es::7a1a82d3-2fa3-4ccc-a987-67365126dc6a" providerId="AD" clId="Web-{5D8EB421-DD85-4AC4-BA4C-002A51ED9030}" dt="2021-03-03T10:23:29.344" v="48" actId="20577"/>
          <ac:spMkLst>
            <pc:docMk/>
            <pc:sldMk cId="1411618218" sldId="512"/>
            <ac:spMk id="3" creationId="{9C38BE67-D873-422C-8922-40591400746A}"/>
          </ac:spMkLst>
        </pc:spChg>
      </pc:sldChg>
      <pc:sldChg chg="modSp">
        <pc:chgData name="Jesús Sanchez-Oro Calvo" userId="S::jesus.sanchezoro@urjc.es::7a1a82d3-2fa3-4ccc-a987-67365126dc6a" providerId="AD" clId="Web-{5D8EB421-DD85-4AC4-BA4C-002A51ED9030}" dt="2021-03-03T10:21:21.936" v="18" actId="20577"/>
        <pc:sldMkLst>
          <pc:docMk/>
          <pc:sldMk cId="3424805454" sldId="519"/>
        </pc:sldMkLst>
        <pc:spChg chg="mod">
          <ac:chgData name="Jesús Sanchez-Oro Calvo" userId="S::jesus.sanchezoro@urjc.es::7a1a82d3-2fa3-4ccc-a987-67365126dc6a" providerId="AD" clId="Web-{5D8EB421-DD85-4AC4-BA4C-002A51ED9030}" dt="2021-03-03T10:21:21.936" v="18" actId="20577"/>
          <ac:spMkLst>
            <pc:docMk/>
            <pc:sldMk cId="3424805454" sldId="519"/>
            <ac:spMk id="23" creationId="{00000000-0000-0000-0000-000000000000}"/>
          </ac:spMkLst>
        </pc:spChg>
      </pc:sldChg>
      <pc:sldChg chg="del">
        <pc:chgData name="Jesús Sanchez-Oro Calvo" userId="S::jesus.sanchezoro@urjc.es::7a1a82d3-2fa3-4ccc-a987-67365126dc6a" providerId="AD" clId="Web-{5D8EB421-DD85-4AC4-BA4C-002A51ED9030}" dt="2021-03-03T10:19:40.560" v="1"/>
        <pc:sldMkLst>
          <pc:docMk/>
          <pc:sldMk cId="853102803" sldId="521"/>
        </pc:sldMkLst>
      </pc:sldChg>
      <pc:sldChg chg="del">
        <pc:chgData name="Jesús Sanchez-Oro Calvo" userId="S::jesus.sanchezoro@urjc.es::7a1a82d3-2fa3-4ccc-a987-67365126dc6a" providerId="AD" clId="Web-{5D8EB421-DD85-4AC4-BA4C-002A51ED9030}" dt="2021-03-03T10:19:40.560" v="0"/>
        <pc:sldMkLst>
          <pc:docMk/>
          <pc:sldMk cId="2971055945" sldId="523"/>
        </pc:sldMkLst>
      </pc:sldChg>
    </pc:docChg>
  </pc:docChgLst>
  <pc:docChgLst>
    <pc:chgData name="Oriol Borrás Gené" userId="S::oriol.borras@urjc.es::aea611aa-1d44-4c50-abd0-2064e044183a" providerId="AD" clId="Web-{85BC09B7-58AC-4B6C-9C48-6635B84C45FA}"/>
    <pc:docChg chg="delSld modSld">
      <pc:chgData name="Oriol Borrás Gené" userId="S::oriol.borras@urjc.es::aea611aa-1d44-4c50-abd0-2064e044183a" providerId="AD" clId="Web-{85BC09B7-58AC-4B6C-9C48-6635B84C45FA}" dt="2020-03-03T18:15:46.785" v="104" actId="20577"/>
      <pc:docMkLst>
        <pc:docMk/>
      </pc:docMkLst>
      <pc:sldChg chg="modSp">
        <pc:chgData name="Oriol Borrás Gené" userId="S::oriol.borras@urjc.es::aea611aa-1d44-4c50-abd0-2064e044183a" providerId="AD" clId="Web-{85BC09B7-58AC-4B6C-9C48-6635B84C45FA}" dt="2020-03-03T18:13:57.926" v="85" actId="20577"/>
        <pc:sldMkLst>
          <pc:docMk/>
          <pc:sldMk cId="0" sldId="445"/>
        </pc:sldMkLst>
        <pc:spChg chg="mod">
          <ac:chgData name="Oriol Borrás Gené" userId="S::oriol.borras@urjc.es::aea611aa-1d44-4c50-abd0-2064e044183a" providerId="AD" clId="Web-{85BC09B7-58AC-4B6C-9C48-6635B84C45FA}" dt="2020-03-03T18:13:57.926" v="85" actId="20577"/>
          <ac:spMkLst>
            <pc:docMk/>
            <pc:sldMk cId="0" sldId="445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3:16.176" v="63" actId="20577"/>
        <pc:sldMkLst>
          <pc:docMk/>
          <pc:sldMk cId="0" sldId="446"/>
        </pc:sldMkLst>
        <pc:spChg chg="mod">
          <ac:chgData name="Oriol Borrás Gené" userId="S::oriol.borras@urjc.es::aea611aa-1d44-4c50-abd0-2064e044183a" providerId="AD" clId="Web-{85BC09B7-58AC-4B6C-9C48-6635B84C45FA}" dt="2020-03-03T18:13:16.176" v="63" actId="20577"/>
          <ac:spMkLst>
            <pc:docMk/>
            <pc:sldMk cId="0" sldId="446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4:16.597" v="88"/>
        <pc:sldMkLst>
          <pc:docMk/>
          <pc:sldMk cId="0" sldId="447"/>
        </pc:sldMkLst>
        <pc:spChg chg="mod">
          <ac:chgData name="Oriol Borrás Gené" userId="S::oriol.borras@urjc.es::aea611aa-1d44-4c50-abd0-2064e044183a" providerId="AD" clId="Web-{85BC09B7-58AC-4B6C-9C48-6635B84C45FA}" dt="2020-03-03T18:14:16.597" v="88"/>
          <ac:spMkLst>
            <pc:docMk/>
            <pc:sldMk cId="0" sldId="447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5:00.644" v="93" actId="20577"/>
        <pc:sldMkLst>
          <pc:docMk/>
          <pc:sldMk cId="0" sldId="448"/>
        </pc:sldMkLst>
        <pc:spChg chg="mod">
          <ac:chgData name="Oriol Borrás Gené" userId="S::oriol.borras@urjc.es::aea611aa-1d44-4c50-abd0-2064e044183a" providerId="AD" clId="Web-{85BC09B7-58AC-4B6C-9C48-6635B84C45FA}" dt="2020-03-03T18:15:00.644" v="93" actId="20577"/>
          <ac:spMkLst>
            <pc:docMk/>
            <pc:sldMk cId="0" sldId="448"/>
            <ac:spMk id="6" creationId="{9FCFC6A1-3167-4B32-BD1F-76D52AEFCA48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5:13.676" v="98" actId="20577"/>
        <pc:sldMkLst>
          <pc:docMk/>
          <pc:sldMk cId="0" sldId="450"/>
        </pc:sldMkLst>
        <pc:spChg chg="mod">
          <ac:chgData name="Oriol Borrás Gené" userId="S::oriol.borras@urjc.es::aea611aa-1d44-4c50-abd0-2064e044183a" providerId="AD" clId="Web-{85BC09B7-58AC-4B6C-9C48-6635B84C45FA}" dt="2020-03-03T18:15:13.676" v="98" actId="20577"/>
          <ac:spMkLst>
            <pc:docMk/>
            <pc:sldMk cId="0" sldId="450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85BC09B7-58AC-4B6C-9C48-6635B84C45FA}" dt="2020-03-03T18:15:46.785" v="103" actId="20577"/>
        <pc:sldMkLst>
          <pc:docMk/>
          <pc:sldMk cId="1818141011" sldId="499"/>
        </pc:sldMkLst>
        <pc:spChg chg="mod">
          <ac:chgData name="Oriol Borrás Gené" userId="S::oriol.borras@urjc.es::aea611aa-1d44-4c50-abd0-2064e044183a" providerId="AD" clId="Web-{85BC09B7-58AC-4B6C-9C48-6635B84C45FA}" dt="2020-03-03T18:15:46.785" v="103" actId="20577"/>
          <ac:spMkLst>
            <pc:docMk/>
            <pc:sldMk cId="1818141011" sldId="499"/>
            <ac:spMk id="2" creationId="{00000000-0000-0000-0000-000000000000}"/>
          </ac:spMkLst>
        </pc:spChg>
      </pc:sldChg>
      <pc:sldChg chg="modSp del">
        <pc:chgData name="Oriol Borrás Gené" userId="S::oriol.borras@urjc.es::aea611aa-1d44-4c50-abd0-2064e044183a" providerId="AD" clId="Web-{85BC09B7-58AC-4B6C-9C48-6635B84C45FA}" dt="2020-03-03T18:13:59.754" v="87"/>
        <pc:sldMkLst>
          <pc:docMk/>
          <pc:sldMk cId="406017970" sldId="506"/>
        </pc:sldMkLst>
        <pc:spChg chg="mod">
          <ac:chgData name="Oriol Borrás Gené" userId="S::oriol.borras@urjc.es::aea611aa-1d44-4c50-abd0-2064e044183a" providerId="AD" clId="Web-{85BC09B7-58AC-4B6C-9C48-6635B84C45FA}" dt="2020-03-03T18:13:53.957" v="80" actId="20577"/>
          <ac:spMkLst>
            <pc:docMk/>
            <pc:sldMk cId="406017970" sldId="506"/>
            <ac:spMk id="7" creationId="{00000000-0000-0000-0000-000000000000}"/>
          </ac:spMkLst>
        </pc:spChg>
        <pc:spChg chg="mod">
          <ac:chgData name="Oriol Borrás Gené" userId="S::oriol.borras@urjc.es::aea611aa-1d44-4c50-abd0-2064e044183a" providerId="AD" clId="Web-{85BC09B7-58AC-4B6C-9C48-6635B84C45FA}" dt="2020-03-03T18:12:24.754" v="44"/>
          <ac:spMkLst>
            <pc:docMk/>
            <pc:sldMk cId="406017970" sldId="506"/>
            <ac:spMk id="23" creationId="{00000000-0000-0000-0000-000000000000}"/>
          </ac:spMkLst>
        </pc:spChg>
      </pc:sldChg>
    </pc:docChg>
  </pc:docChgLst>
  <pc:docChgLst>
    <pc:chgData name="Dolores Cuadra Fernández" userId="3973a3dd-a11e-44c1-9158-1b4a8d8c39da" providerId="ADAL" clId="{5864B3F9-0528-45C4-A64D-A2C314134D38}"/>
    <pc:docChg chg="custSel addSld modSld">
      <pc:chgData name="Dolores Cuadra Fernández" userId="3973a3dd-a11e-44c1-9158-1b4a8d8c39da" providerId="ADAL" clId="{5864B3F9-0528-45C4-A64D-A2C314134D38}" dt="2023-03-07T14:59:56.770" v="4797" actId="20577"/>
      <pc:docMkLst>
        <pc:docMk/>
      </pc:docMkLst>
      <pc:sldChg chg="addSp delSp modSp mod">
        <pc:chgData name="Dolores Cuadra Fernández" userId="3973a3dd-a11e-44c1-9158-1b4a8d8c39da" providerId="ADAL" clId="{5864B3F9-0528-45C4-A64D-A2C314134D38}" dt="2023-03-07T14:57:57.023" v="4606" actId="13926"/>
        <pc:sldMkLst>
          <pc:docMk/>
          <pc:sldMk cId="779758563" sldId="564"/>
        </pc:sldMkLst>
        <pc:spChg chg="add mod">
          <ac:chgData name="Dolores Cuadra Fernández" userId="3973a3dd-a11e-44c1-9158-1b4a8d8c39da" providerId="ADAL" clId="{5864B3F9-0528-45C4-A64D-A2C314134D38}" dt="2023-03-07T14:42:56.092" v="3447" actId="1076"/>
          <ac:spMkLst>
            <pc:docMk/>
            <pc:sldMk cId="779758563" sldId="564"/>
            <ac:spMk id="3" creationId="{9E27BD4F-9572-1358-F479-5ABC0515568A}"/>
          </ac:spMkLst>
        </pc:spChg>
        <pc:spChg chg="add mod">
          <ac:chgData name="Dolores Cuadra Fernández" userId="3973a3dd-a11e-44c1-9158-1b4a8d8c39da" providerId="ADAL" clId="{5864B3F9-0528-45C4-A64D-A2C314134D38}" dt="2023-03-07T14:57:57.023" v="4606" actId="13926"/>
          <ac:spMkLst>
            <pc:docMk/>
            <pc:sldMk cId="779758563" sldId="564"/>
            <ac:spMk id="4" creationId="{3656AE40-2485-AB75-64F4-D8D2E066DC6B}"/>
          </ac:spMkLst>
        </pc:spChg>
        <pc:spChg chg="add del mod">
          <ac:chgData name="Dolores Cuadra Fernández" userId="3973a3dd-a11e-44c1-9158-1b4a8d8c39da" providerId="ADAL" clId="{5864B3F9-0528-45C4-A64D-A2C314134D38}" dt="2023-03-07T13:04:06.121" v="3250" actId="21"/>
          <ac:spMkLst>
            <pc:docMk/>
            <pc:sldMk cId="779758563" sldId="564"/>
            <ac:spMk id="5" creationId="{FA6B6C43-2779-72F9-AB82-25F0C185913E}"/>
          </ac:spMkLst>
        </pc:spChg>
        <pc:spChg chg="add del mod">
          <ac:chgData name="Dolores Cuadra Fernández" userId="3973a3dd-a11e-44c1-9158-1b4a8d8c39da" providerId="ADAL" clId="{5864B3F9-0528-45C4-A64D-A2C314134D38}" dt="2023-03-07T13:04:06.121" v="3250" actId="21"/>
          <ac:spMkLst>
            <pc:docMk/>
            <pc:sldMk cId="779758563" sldId="564"/>
            <ac:spMk id="6" creationId="{D613A15F-4E57-DFFB-7F3D-36180085F64D}"/>
          </ac:spMkLst>
        </pc:spChg>
        <pc:spChg chg="add del mod">
          <ac:chgData name="Dolores Cuadra Fernández" userId="3973a3dd-a11e-44c1-9158-1b4a8d8c39da" providerId="ADAL" clId="{5864B3F9-0528-45C4-A64D-A2C314134D38}" dt="2023-03-07T14:42:09.863" v="3438" actId="478"/>
          <ac:spMkLst>
            <pc:docMk/>
            <pc:sldMk cId="779758563" sldId="564"/>
            <ac:spMk id="7" creationId="{9FB1141F-6157-2122-C4E3-285549BB953C}"/>
          </ac:spMkLst>
        </pc:spChg>
      </pc:sldChg>
      <pc:sldChg chg="addSp delSp modSp mod">
        <pc:chgData name="Dolores Cuadra Fernández" userId="3973a3dd-a11e-44c1-9158-1b4a8d8c39da" providerId="ADAL" clId="{5864B3F9-0528-45C4-A64D-A2C314134D38}" dt="2023-03-07T14:59:56.770" v="4797" actId="20577"/>
        <pc:sldMkLst>
          <pc:docMk/>
          <pc:sldMk cId="1550498006" sldId="567"/>
        </pc:sldMkLst>
        <pc:spChg chg="add mod">
          <ac:chgData name="Dolores Cuadra Fernández" userId="3973a3dd-a11e-44c1-9158-1b4a8d8c39da" providerId="ADAL" clId="{5864B3F9-0528-45C4-A64D-A2C314134D38}" dt="2023-03-07T14:58:29.788" v="4635" actId="20577"/>
          <ac:spMkLst>
            <pc:docMk/>
            <pc:sldMk cId="1550498006" sldId="567"/>
            <ac:spMk id="3" creationId="{A12B534D-FDBA-4E1C-3ADE-3737A4659BBB}"/>
          </ac:spMkLst>
        </pc:spChg>
        <pc:spChg chg="add mod">
          <ac:chgData name="Dolores Cuadra Fernández" userId="3973a3dd-a11e-44c1-9158-1b4a8d8c39da" providerId="ADAL" clId="{5864B3F9-0528-45C4-A64D-A2C314134D38}" dt="2023-03-07T14:59:56.770" v="4797" actId="20577"/>
          <ac:spMkLst>
            <pc:docMk/>
            <pc:sldMk cId="1550498006" sldId="567"/>
            <ac:spMk id="4" creationId="{6D4B1CE8-F7DF-1432-99AB-D7B1C7CCB1BA}"/>
          </ac:spMkLst>
        </pc:spChg>
        <pc:spChg chg="del">
          <ac:chgData name="Dolores Cuadra Fernández" userId="3973a3dd-a11e-44c1-9158-1b4a8d8c39da" providerId="ADAL" clId="{5864B3F9-0528-45C4-A64D-A2C314134D38}" dt="2023-03-07T14:58:17.008" v="4607" actId="478"/>
          <ac:spMkLst>
            <pc:docMk/>
            <pc:sldMk cId="1550498006" sldId="567"/>
            <ac:spMk id="8" creationId="{72484189-B07F-4D36-9BD9-00CB39442DEB}"/>
          </ac:spMkLst>
        </pc:spChg>
      </pc:sldChg>
      <pc:sldChg chg="addSp delSp modSp mod">
        <pc:chgData name="Dolores Cuadra Fernández" userId="3973a3dd-a11e-44c1-9158-1b4a8d8c39da" providerId="ADAL" clId="{5864B3F9-0528-45C4-A64D-A2C314134D38}" dt="2023-03-07T14:57:16.161" v="4543" actId="13926"/>
        <pc:sldMkLst>
          <pc:docMk/>
          <pc:sldMk cId="2494541123" sldId="580"/>
        </pc:sldMkLst>
        <pc:spChg chg="add mod">
          <ac:chgData name="Dolores Cuadra Fernández" userId="3973a3dd-a11e-44c1-9158-1b4a8d8c39da" providerId="ADAL" clId="{5864B3F9-0528-45C4-A64D-A2C314134D38}" dt="2023-03-07T14:57:16.161" v="4543" actId="13926"/>
          <ac:spMkLst>
            <pc:docMk/>
            <pc:sldMk cId="2494541123" sldId="580"/>
            <ac:spMk id="3" creationId="{8B2E1B5B-F1F0-5A93-F5EA-786382B762F9}"/>
          </ac:spMkLst>
        </pc:spChg>
        <pc:spChg chg="add mod">
          <ac:chgData name="Dolores Cuadra Fernández" userId="3973a3dd-a11e-44c1-9158-1b4a8d8c39da" providerId="ADAL" clId="{5864B3F9-0528-45C4-A64D-A2C314134D38}" dt="2023-03-07T14:56:15.483" v="4467" actId="1035"/>
          <ac:spMkLst>
            <pc:docMk/>
            <pc:sldMk cId="2494541123" sldId="580"/>
            <ac:spMk id="4" creationId="{0A2EAEF6-B764-BF46-31B8-BEEF8E2001A1}"/>
          </ac:spMkLst>
        </pc:spChg>
        <pc:spChg chg="add mod">
          <ac:chgData name="Dolores Cuadra Fernández" userId="3973a3dd-a11e-44c1-9158-1b4a8d8c39da" providerId="ADAL" clId="{5864B3F9-0528-45C4-A64D-A2C314134D38}" dt="2023-03-07T14:56:15.483" v="4467" actId="1035"/>
          <ac:spMkLst>
            <pc:docMk/>
            <pc:sldMk cId="2494541123" sldId="580"/>
            <ac:spMk id="5" creationId="{543F0EDE-EED8-F8DE-4B01-E93E977ED77D}"/>
          </ac:spMkLst>
        </pc:spChg>
        <pc:spChg chg="del">
          <ac:chgData name="Dolores Cuadra Fernández" userId="3973a3dd-a11e-44c1-9158-1b4a8d8c39da" providerId="ADAL" clId="{5864B3F9-0528-45C4-A64D-A2C314134D38}" dt="2023-03-07T13:03:08.938" v="3242" actId="478"/>
          <ac:spMkLst>
            <pc:docMk/>
            <pc:sldMk cId="2494541123" sldId="580"/>
            <ac:spMk id="6" creationId="{C1CC4B54-7E46-435A-B18B-5B6707BBB812}"/>
          </ac:spMkLst>
        </pc:spChg>
      </pc:sldChg>
      <pc:sldChg chg="addSp delSp modSp add mod">
        <pc:chgData name="Dolores Cuadra Fernández" userId="3973a3dd-a11e-44c1-9158-1b4a8d8c39da" providerId="ADAL" clId="{5864B3F9-0528-45C4-A64D-A2C314134D38}" dt="2023-03-07T14:43:08.065" v="3450" actId="113"/>
        <pc:sldMkLst>
          <pc:docMk/>
          <pc:sldMk cId="2566163461" sldId="581"/>
        </pc:sldMkLst>
        <pc:spChg chg="mod">
          <ac:chgData name="Dolores Cuadra Fernández" userId="3973a3dd-a11e-44c1-9158-1b4a8d8c39da" providerId="ADAL" clId="{5864B3F9-0528-45C4-A64D-A2C314134D38}" dt="2023-03-07T14:43:08.065" v="3450" actId="113"/>
          <ac:spMkLst>
            <pc:docMk/>
            <pc:sldMk cId="2566163461" sldId="581"/>
            <ac:spMk id="3" creationId="{9E27BD4F-9572-1358-F479-5ABC0515568A}"/>
          </ac:spMkLst>
        </pc:spChg>
        <pc:spChg chg="mod">
          <ac:chgData name="Dolores Cuadra Fernández" userId="3973a3dd-a11e-44c1-9158-1b4a8d8c39da" providerId="ADAL" clId="{5864B3F9-0528-45C4-A64D-A2C314134D38}" dt="2023-03-07T13:04:12.603" v="3251" actId="1076"/>
          <ac:spMkLst>
            <pc:docMk/>
            <pc:sldMk cId="2566163461" sldId="581"/>
            <ac:spMk id="4" creationId="{3656AE40-2485-AB75-64F4-D8D2E066DC6B}"/>
          </ac:spMkLst>
        </pc:spChg>
        <pc:spChg chg="del mod">
          <ac:chgData name="Dolores Cuadra Fernández" userId="3973a3dd-a11e-44c1-9158-1b4a8d8c39da" providerId="ADAL" clId="{5864B3F9-0528-45C4-A64D-A2C314134D38}" dt="2023-03-07T13:03:42.506" v="3243" actId="21"/>
          <ac:spMkLst>
            <pc:docMk/>
            <pc:sldMk cId="2566163461" sldId="581"/>
            <ac:spMk id="5" creationId="{FA6B6C43-2779-72F9-AB82-25F0C185913E}"/>
          </ac:spMkLst>
        </pc:spChg>
        <pc:spChg chg="del mod">
          <ac:chgData name="Dolores Cuadra Fernández" userId="3973a3dd-a11e-44c1-9158-1b4a8d8c39da" providerId="ADAL" clId="{5864B3F9-0528-45C4-A64D-A2C314134D38}" dt="2023-03-07T13:03:42.506" v="3243" actId="21"/>
          <ac:spMkLst>
            <pc:docMk/>
            <pc:sldMk cId="2566163461" sldId="581"/>
            <ac:spMk id="6" creationId="{D613A15F-4E57-DFFB-7F3D-36180085F64D}"/>
          </ac:spMkLst>
        </pc:spChg>
        <pc:spChg chg="add mod">
          <ac:chgData name="Dolores Cuadra Fernández" userId="3973a3dd-a11e-44c1-9158-1b4a8d8c39da" providerId="ADAL" clId="{5864B3F9-0528-45C4-A64D-A2C314134D38}" dt="2023-03-07T14:43:05.736" v="3449" actId="113"/>
          <ac:spMkLst>
            <pc:docMk/>
            <pc:sldMk cId="2566163461" sldId="581"/>
            <ac:spMk id="7" creationId="{33CD9CFC-C84D-913B-3A6A-C8E63C5E828E}"/>
          </ac:spMkLst>
        </pc:spChg>
        <pc:spChg chg="add mod">
          <ac:chgData name="Dolores Cuadra Fernández" userId="3973a3dd-a11e-44c1-9158-1b4a8d8c39da" providerId="ADAL" clId="{5864B3F9-0528-45C4-A64D-A2C314134D38}" dt="2023-03-07T13:04:26.707" v="3256" actId="1076"/>
          <ac:spMkLst>
            <pc:docMk/>
            <pc:sldMk cId="2566163461" sldId="581"/>
            <ac:spMk id="8" creationId="{8C33A886-1D6C-112F-18B7-C963C5D524A7}"/>
          </ac:spMkLst>
        </pc:spChg>
      </pc:sldChg>
      <pc:sldChg chg="addSp delSp modSp add mod">
        <pc:chgData name="Dolores Cuadra Fernández" userId="3973a3dd-a11e-44c1-9158-1b4a8d8c39da" providerId="ADAL" clId="{5864B3F9-0528-45C4-A64D-A2C314134D38}" dt="2023-03-07T14:43:15.261" v="3452" actId="113"/>
        <pc:sldMkLst>
          <pc:docMk/>
          <pc:sldMk cId="2869112124" sldId="582"/>
        </pc:sldMkLst>
        <pc:spChg chg="mod">
          <ac:chgData name="Dolores Cuadra Fernández" userId="3973a3dd-a11e-44c1-9158-1b4a8d8c39da" providerId="ADAL" clId="{5864B3F9-0528-45C4-A64D-A2C314134D38}" dt="2023-03-07T14:43:15.261" v="3452" actId="113"/>
          <ac:spMkLst>
            <pc:docMk/>
            <pc:sldMk cId="2869112124" sldId="582"/>
            <ac:spMk id="3" creationId="{9E27BD4F-9572-1358-F479-5ABC0515568A}"/>
          </ac:spMkLst>
        </pc:spChg>
        <pc:spChg chg="mod">
          <ac:chgData name="Dolores Cuadra Fernández" userId="3973a3dd-a11e-44c1-9158-1b4a8d8c39da" providerId="ADAL" clId="{5864B3F9-0528-45C4-A64D-A2C314134D38}" dt="2023-03-07T13:04:00.630" v="3249" actId="1076"/>
          <ac:spMkLst>
            <pc:docMk/>
            <pc:sldMk cId="2869112124" sldId="582"/>
            <ac:spMk id="4" creationId="{3656AE40-2485-AB75-64F4-D8D2E066DC6B}"/>
          </ac:spMkLst>
        </pc:spChg>
        <pc:spChg chg="del">
          <ac:chgData name="Dolores Cuadra Fernández" userId="3973a3dd-a11e-44c1-9158-1b4a8d8c39da" providerId="ADAL" clId="{5864B3F9-0528-45C4-A64D-A2C314134D38}" dt="2023-03-07T13:02:44.939" v="3240" actId="478"/>
          <ac:spMkLst>
            <pc:docMk/>
            <pc:sldMk cId="2869112124" sldId="582"/>
            <ac:spMk id="5" creationId="{FA6B6C43-2779-72F9-AB82-25F0C185913E}"/>
          </ac:spMkLst>
        </pc:spChg>
        <pc:spChg chg="del">
          <ac:chgData name="Dolores Cuadra Fernández" userId="3973a3dd-a11e-44c1-9158-1b4a8d8c39da" providerId="ADAL" clId="{5864B3F9-0528-45C4-A64D-A2C314134D38}" dt="2023-03-07T13:02:47.764" v="3241" actId="478"/>
          <ac:spMkLst>
            <pc:docMk/>
            <pc:sldMk cId="2869112124" sldId="582"/>
            <ac:spMk id="6" creationId="{D613A15F-4E57-DFFB-7F3D-36180085F64D}"/>
          </ac:spMkLst>
        </pc:spChg>
        <pc:spChg chg="add mod">
          <ac:chgData name="Dolores Cuadra Fernández" userId="3973a3dd-a11e-44c1-9158-1b4a8d8c39da" providerId="ADAL" clId="{5864B3F9-0528-45C4-A64D-A2C314134D38}" dt="2023-03-07T14:43:12.529" v="3451" actId="113"/>
          <ac:spMkLst>
            <pc:docMk/>
            <pc:sldMk cId="2869112124" sldId="582"/>
            <ac:spMk id="7" creationId="{F00A1578-ED2D-C333-9070-DE7907F29176}"/>
          </ac:spMkLst>
        </pc:spChg>
        <pc:spChg chg="add mod">
          <ac:chgData name="Dolores Cuadra Fernández" userId="3973a3dd-a11e-44c1-9158-1b4a8d8c39da" providerId="ADAL" clId="{5864B3F9-0528-45C4-A64D-A2C314134D38}" dt="2023-03-07T13:03:55.730" v="3247" actId="1076"/>
          <ac:spMkLst>
            <pc:docMk/>
            <pc:sldMk cId="2869112124" sldId="582"/>
            <ac:spMk id="8" creationId="{EF7D61D5-1791-4B05-9DC5-FB46C1B28951}"/>
          </ac:spMkLst>
        </pc:spChg>
      </pc:sldChg>
    </pc:docChg>
  </pc:docChgLst>
  <pc:docChgLst>
    <pc:chgData name="Dolores Cuadra Fernández" userId="S::dolores.cuadra@urjc.es::3973a3dd-a11e-44c1-9158-1b4a8d8c39da" providerId="AD" clId="Web-{A52643FF-C623-44CA-8B99-1BE97F2B86E8}"/>
    <pc:docChg chg="modSld">
      <pc:chgData name="Dolores Cuadra Fernández" userId="S::dolores.cuadra@urjc.es::3973a3dd-a11e-44c1-9158-1b4a8d8c39da" providerId="AD" clId="Web-{A52643FF-C623-44CA-8B99-1BE97F2B86E8}" dt="2021-03-03T18:49:15.525" v="29"/>
      <pc:docMkLst>
        <pc:docMk/>
      </pc:docMkLst>
      <pc:sldChg chg="modSp">
        <pc:chgData name="Dolores Cuadra Fernández" userId="S::dolores.cuadra@urjc.es::3973a3dd-a11e-44c1-9158-1b4a8d8c39da" providerId="AD" clId="Web-{A52643FF-C623-44CA-8B99-1BE97F2B86E8}" dt="2021-03-03T18:48:10.992" v="3"/>
        <pc:sldMkLst>
          <pc:docMk/>
          <pc:sldMk cId="993144657" sldId="495"/>
        </pc:sldMkLst>
        <pc:graphicFrameChg chg="mod modGraphic">
          <ac:chgData name="Dolores Cuadra Fernández" userId="S::dolores.cuadra@urjc.es::3973a3dd-a11e-44c1-9158-1b4a8d8c39da" providerId="AD" clId="Web-{A52643FF-C623-44CA-8B99-1BE97F2B86E8}" dt="2021-03-03T18:48:10.992" v="3"/>
          <ac:graphicFrameMkLst>
            <pc:docMk/>
            <pc:sldMk cId="993144657" sldId="495"/>
            <ac:graphicFrameMk id="3" creationId="{DC89BD87-F790-49D3-A398-F459F5A2E43F}"/>
          </ac:graphicFrameMkLst>
        </pc:graphicFrameChg>
      </pc:sldChg>
      <pc:sldChg chg="modSp">
        <pc:chgData name="Dolores Cuadra Fernández" userId="S::dolores.cuadra@urjc.es::3973a3dd-a11e-44c1-9158-1b4a8d8c39da" providerId="AD" clId="Web-{A52643FF-C623-44CA-8B99-1BE97F2B86E8}" dt="2021-03-03T18:49:15.525" v="29"/>
        <pc:sldMkLst>
          <pc:docMk/>
          <pc:sldMk cId="3331957931" sldId="533"/>
        </pc:sldMkLst>
        <pc:graphicFrameChg chg="mod modGraphic">
          <ac:chgData name="Dolores Cuadra Fernández" userId="S::dolores.cuadra@urjc.es::3973a3dd-a11e-44c1-9158-1b4a8d8c39da" providerId="AD" clId="Web-{A52643FF-C623-44CA-8B99-1BE97F2B86E8}" dt="2021-03-03T18:49:15.525" v="29"/>
          <ac:graphicFrameMkLst>
            <pc:docMk/>
            <pc:sldMk cId="3331957931" sldId="533"/>
            <ac:graphicFrameMk id="3" creationId="{45B9EECF-CF41-4687-987B-1772220E96B6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2E1E6DC4-5BFA-453E-9281-8A1BD50F29FB}"/>
    <pc:docChg chg="modSld">
      <pc:chgData name="Dolores Cuadra Fernández" userId="S::dolores.cuadra@urjc.es::3973a3dd-a11e-44c1-9158-1b4a8d8c39da" providerId="AD" clId="Web-{2E1E6DC4-5BFA-453E-9281-8A1BD50F29FB}" dt="2021-03-03T16:22:15.134" v="252" actId="20577"/>
      <pc:docMkLst>
        <pc:docMk/>
      </pc:docMkLst>
      <pc:sldChg chg="addSp modSp">
        <pc:chgData name="Dolores Cuadra Fernández" userId="S::dolores.cuadra@urjc.es::3973a3dd-a11e-44c1-9158-1b4a8d8c39da" providerId="AD" clId="Web-{2E1E6DC4-5BFA-453E-9281-8A1BD50F29FB}" dt="2021-03-03T16:22:15.134" v="252" actId="20577"/>
        <pc:sldMkLst>
          <pc:docMk/>
          <pc:sldMk cId="0" sldId="448"/>
        </pc:sldMkLst>
        <pc:spChg chg="mod">
          <ac:chgData name="Dolores Cuadra Fernández" userId="S::dolores.cuadra@urjc.es::3973a3dd-a11e-44c1-9158-1b4a8d8c39da" providerId="AD" clId="Web-{2E1E6DC4-5BFA-453E-9281-8A1BD50F29FB}" dt="2021-03-03T16:21:31.789" v="230" actId="20577"/>
          <ac:spMkLst>
            <pc:docMk/>
            <pc:sldMk cId="0" sldId="448"/>
            <ac:spMk id="5" creationId="{566C5B35-392B-414A-AD81-20E5A9A95EB2}"/>
          </ac:spMkLst>
        </pc:spChg>
        <pc:spChg chg="mod">
          <ac:chgData name="Dolores Cuadra Fernández" userId="S::dolores.cuadra@urjc.es::3973a3dd-a11e-44c1-9158-1b4a8d8c39da" providerId="AD" clId="Web-{2E1E6DC4-5BFA-453E-9281-8A1BD50F29FB}" dt="2021-03-03T16:20:09.943" v="228"/>
          <ac:spMkLst>
            <pc:docMk/>
            <pc:sldMk cId="0" sldId="448"/>
            <ac:spMk id="6" creationId="{9FCFC6A1-3167-4B32-BD1F-76D52AEFCA48}"/>
          </ac:spMkLst>
        </pc:spChg>
        <pc:spChg chg="mod">
          <ac:chgData name="Dolores Cuadra Fernández" userId="S::dolores.cuadra@urjc.es::3973a3dd-a11e-44c1-9158-1b4a8d8c39da" providerId="AD" clId="Web-{2E1E6DC4-5BFA-453E-9281-8A1BD50F29FB}" dt="2021-03-03T16:19:27.723" v="213" actId="1076"/>
          <ac:spMkLst>
            <pc:docMk/>
            <pc:sldMk cId="0" sldId="448"/>
            <ac:spMk id="7" creationId="{00000000-0000-0000-0000-000000000000}"/>
          </ac:spMkLst>
        </pc:spChg>
        <pc:spChg chg="add mod">
          <ac:chgData name="Dolores Cuadra Fernández" userId="S::dolores.cuadra@urjc.es::3973a3dd-a11e-44c1-9158-1b4a8d8c39da" providerId="AD" clId="Web-{2E1E6DC4-5BFA-453E-9281-8A1BD50F29FB}" dt="2021-03-03T16:19:24.644" v="212" actId="20577"/>
          <ac:spMkLst>
            <pc:docMk/>
            <pc:sldMk cId="0" sldId="448"/>
            <ac:spMk id="8" creationId="{ADDA7A2A-3778-4E6F-8AAD-5E881BE3E977}"/>
          </ac:spMkLst>
        </pc:spChg>
        <pc:spChg chg="mod">
          <ac:chgData name="Dolores Cuadra Fernández" userId="S::dolores.cuadra@urjc.es::3973a3dd-a11e-44c1-9158-1b4a8d8c39da" providerId="AD" clId="Web-{2E1E6DC4-5BFA-453E-9281-8A1BD50F29FB}" dt="2021-03-03T16:22:15.134" v="252" actId="20577"/>
          <ac:spMkLst>
            <pc:docMk/>
            <pc:sldMk cId="0" sldId="448"/>
            <ac:spMk id="23" creationId="{00000000-0000-0000-0000-000000000000}"/>
          </ac:spMkLst>
        </pc:spChg>
      </pc:sldChg>
      <pc:sldChg chg="modSp">
        <pc:chgData name="Dolores Cuadra Fernández" userId="S::dolores.cuadra@urjc.es::3973a3dd-a11e-44c1-9158-1b4a8d8c39da" providerId="AD" clId="Web-{2E1E6DC4-5BFA-453E-9281-8A1BD50F29FB}" dt="2021-03-03T16:07:15.999" v="34" actId="14100"/>
        <pc:sldMkLst>
          <pc:docMk/>
          <pc:sldMk cId="801120230" sldId="528"/>
        </pc:sldMkLst>
        <pc:spChg chg="mod">
          <ac:chgData name="Dolores Cuadra Fernández" userId="S::dolores.cuadra@urjc.es::3973a3dd-a11e-44c1-9158-1b4a8d8c39da" providerId="AD" clId="Web-{2E1E6DC4-5BFA-453E-9281-8A1BD50F29FB}" dt="2021-03-03T16:07:15.999" v="34" actId="14100"/>
          <ac:spMkLst>
            <pc:docMk/>
            <pc:sldMk cId="801120230" sldId="528"/>
            <ac:spMk id="10" creationId="{022EA286-F7DD-4639-AFBE-E15424D3EC4D}"/>
          </ac:spMkLst>
        </pc:spChg>
      </pc:sldChg>
    </pc:docChg>
  </pc:docChgLst>
  <pc:docChgLst>
    <pc:chgData name="Paloma Cáceres García De Marina" userId="S::paloma.caceres@urjc.es::7516f0e2-be62-4205-91e6-1d37ec21b52a" providerId="AD" clId="Web-{D4E6A3C5-D1AD-48C3-A21D-9BDC11974E31}"/>
    <pc:docChg chg="addSld delSld modSld sldOrd">
      <pc:chgData name="Paloma Cáceres García De Marina" userId="S::paloma.caceres@urjc.es::7516f0e2-be62-4205-91e6-1d37ec21b52a" providerId="AD" clId="Web-{D4E6A3C5-D1AD-48C3-A21D-9BDC11974E31}" dt="2020-02-26T11:13:21.716" v="84" actId="20577"/>
      <pc:docMkLst>
        <pc:docMk/>
      </pc:docMkLst>
      <pc:sldChg chg="add del ord replId">
        <pc:chgData name="Paloma Cáceres García De Marina" userId="S::paloma.caceres@urjc.es::7516f0e2-be62-4205-91e6-1d37ec21b52a" providerId="AD" clId="Web-{D4E6A3C5-D1AD-48C3-A21D-9BDC11974E31}" dt="2020-02-26T11:12:31.263" v="7"/>
        <pc:sldMkLst>
          <pc:docMk/>
          <pc:sldMk cId="427044748" sldId="498"/>
        </pc:sldMkLst>
      </pc:sldChg>
      <pc:sldChg chg="modSp add replId">
        <pc:chgData name="Paloma Cáceres García De Marina" userId="S::paloma.caceres@urjc.es::7516f0e2-be62-4205-91e6-1d37ec21b52a" providerId="AD" clId="Web-{D4E6A3C5-D1AD-48C3-A21D-9BDC11974E31}" dt="2020-02-26T11:13:19.825" v="82" actId="20577"/>
        <pc:sldMkLst>
          <pc:docMk/>
          <pc:sldMk cId="3333714996" sldId="498"/>
        </pc:sldMkLst>
        <pc:spChg chg="mod">
          <ac:chgData name="Paloma Cáceres García De Marina" userId="S::paloma.caceres@urjc.es::7516f0e2-be62-4205-91e6-1d37ec21b52a" providerId="AD" clId="Web-{D4E6A3C5-D1AD-48C3-A21D-9BDC11974E31}" dt="2020-02-26T11:13:19.825" v="82" actId="20577"/>
          <ac:spMkLst>
            <pc:docMk/>
            <pc:sldMk cId="3333714996" sldId="498"/>
            <ac:spMk id="2" creationId="{00000000-0000-0000-0000-000000000000}"/>
          </ac:spMkLst>
        </pc:spChg>
      </pc:sldChg>
      <pc:sldChg chg="modSp add replId">
        <pc:chgData name="Paloma Cáceres García De Marina" userId="S::paloma.caceres@urjc.es::7516f0e2-be62-4205-91e6-1d37ec21b52a" providerId="AD" clId="Web-{D4E6A3C5-D1AD-48C3-A21D-9BDC11974E31}" dt="2020-02-26T11:13:04.450" v="44" actId="20577"/>
        <pc:sldMkLst>
          <pc:docMk/>
          <pc:sldMk cId="1818141011" sldId="499"/>
        </pc:sldMkLst>
        <pc:spChg chg="mod">
          <ac:chgData name="Paloma Cáceres García De Marina" userId="S::paloma.caceres@urjc.es::7516f0e2-be62-4205-91e6-1d37ec21b52a" providerId="AD" clId="Web-{D4E6A3C5-D1AD-48C3-A21D-9BDC11974E31}" dt="2020-02-26T11:13:04.450" v="44" actId="20577"/>
          <ac:spMkLst>
            <pc:docMk/>
            <pc:sldMk cId="1818141011" sldId="499"/>
            <ac:spMk id="2" creationId="{00000000-0000-0000-0000-000000000000}"/>
          </ac:spMkLst>
        </pc:spChg>
      </pc:sldChg>
      <pc:sldChg chg="add del ord replId">
        <pc:chgData name="Paloma Cáceres García De Marina" userId="S::paloma.caceres@urjc.es::7516f0e2-be62-4205-91e6-1d37ec21b52a" providerId="AD" clId="Web-{D4E6A3C5-D1AD-48C3-A21D-9BDC11974E31}" dt="2020-02-26T11:12:31.263" v="6"/>
        <pc:sldMkLst>
          <pc:docMk/>
          <pc:sldMk cId="3628250666" sldId="499"/>
        </pc:sldMkLst>
      </pc:sldChg>
    </pc:docChg>
  </pc:docChgLst>
  <pc:docChgLst>
    <pc:chgData name="Dolores Cuadra Fernández" userId="S::dolores.cuadra@urjc.es::3973a3dd-a11e-44c1-9158-1b4a8d8c39da" providerId="AD" clId="Web-{1E43BB9E-2C39-476D-A6D1-42142D092ED6}"/>
    <pc:docChg chg="modSld">
      <pc:chgData name="Dolores Cuadra Fernández" userId="S::dolores.cuadra@urjc.es::3973a3dd-a11e-44c1-9158-1b4a8d8c39da" providerId="AD" clId="Web-{1E43BB9E-2C39-476D-A6D1-42142D092ED6}" dt="2021-03-04T18:28:19.255" v="7" actId="20577"/>
      <pc:docMkLst>
        <pc:docMk/>
      </pc:docMkLst>
      <pc:sldChg chg="modSp">
        <pc:chgData name="Dolores Cuadra Fernández" userId="S::dolores.cuadra@urjc.es::3973a3dd-a11e-44c1-9158-1b4a8d8c39da" providerId="AD" clId="Web-{1E43BB9E-2C39-476D-A6D1-42142D092ED6}" dt="2021-03-04T18:28:19.255" v="7" actId="20577"/>
        <pc:sldMkLst>
          <pc:docMk/>
          <pc:sldMk cId="0" sldId="450"/>
        </pc:sldMkLst>
        <pc:spChg chg="mod">
          <ac:chgData name="Dolores Cuadra Fernández" userId="S::dolores.cuadra@urjc.es::3973a3dd-a11e-44c1-9158-1b4a8d8c39da" providerId="AD" clId="Web-{1E43BB9E-2C39-476D-A6D1-42142D092ED6}" dt="2021-03-04T18:28:19.255" v="7" actId="20577"/>
          <ac:spMkLst>
            <pc:docMk/>
            <pc:sldMk cId="0" sldId="450"/>
            <ac:spMk id="7" creationId="{00000000-0000-0000-0000-000000000000}"/>
          </ac:spMkLst>
        </pc:spChg>
      </pc:sldChg>
    </pc:docChg>
  </pc:docChgLst>
  <pc:docChgLst>
    <pc:chgData name="Paloma Cáceres García De Marina" userId="7516f0e2-be62-4205-91e6-1d37ec21b52a" providerId="ADAL" clId="{1D337432-BE59-4780-A8D9-306FD1C4B3AF}"/>
    <pc:docChg chg="undo custSel addSld delSld modSld">
      <pc:chgData name="Paloma Cáceres García De Marina" userId="7516f0e2-be62-4205-91e6-1d37ec21b52a" providerId="ADAL" clId="{1D337432-BE59-4780-A8D9-306FD1C4B3AF}" dt="2022-03-07T13:15:34.749" v="138" actId="1076"/>
      <pc:docMkLst>
        <pc:docMk/>
      </pc:docMkLst>
      <pc:sldChg chg="modSp mod">
        <pc:chgData name="Paloma Cáceres García De Marina" userId="7516f0e2-be62-4205-91e6-1d37ec21b52a" providerId="ADAL" clId="{1D337432-BE59-4780-A8D9-306FD1C4B3AF}" dt="2022-03-02T19:35:25.702" v="0" actId="6549"/>
        <pc:sldMkLst>
          <pc:docMk/>
          <pc:sldMk cId="0" sldId="332"/>
        </pc:sldMkLst>
        <pc:spChg chg="mod">
          <ac:chgData name="Paloma Cáceres García De Marina" userId="7516f0e2-be62-4205-91e6-1d37ec21b52a" providerId="ADAL" clId="{1D337432-BE59-4780-A8D9-306FD1C4B3AF}" dt="2022-03-02T19:35:25.702" v="0" actId="6549"/>
          <ac:spMkLst>
            <pc:docMk/>
            <pc:sldMk cId="0" sldId="332"/>
            <ac:spMk id="6147" creationId="{00000000-0000-0000-0000-000000000000}"/>
          </ac:spMkLst>
        </pc:spChg>
      </pc:sldChg>
      <pc:sldChg chg="modSp mod">
        <pc:chgData name="Paloma Cáceres García De Marina" userId="7516f0e2-be62-4205-91e6-1d37ec21b52a" providerId="ADAL" clId="{1D337432-BE59-4780-A8D9-306FD1C4B3AF}" dt="2022-03-02T19:35:35.404" v="1" actId="6549"/>
        <pc:sldMkLst>
          <pc:docMk/>
          <pc:sldMk cId="1438952598" sldId="547"/>
        </pc:sldMkLst>
        <pc:spChg chg="mod">
          <ac:chgData name="Paloma Cáceres García De Marina" userId="7516f0e2-be62-4205-91e6-1d37ec21b52a" providerId="ADAL" clId="{1D337432-BE59-4780-A8D9-306FD1C4B3AF}" dt="2022-03-02T19:35:35.404" v="1" actId="6549"/>
          <ac:spMkLst>
            <pc:docMk/>
            <pc:sldMk cId="1438952598" sldId="547"/>
            <ac:spMk id="6147" creationId="{00000000-0000-0000-0000-000000000000}"/>
          </ac:spMkLst>
        </pc:spChg>
      </pc:sldChg>
      <pc:sldChg chg="modSp mod">
        <pc:chgData name="Paloma Cáceres García De Marina" userId="7516f0e2-be62-4205-91e6-1d37ec21b52a" providerId="ADAL" clId="{1D337432-BE59-4780-A8D9-306FD1C4B3AF}" dt="2022-03-02T19:35:40.950" v="2" actId="6549"/>
        <pc:sldMkLst>
          <pc:docMk/>
          <pc:sldMk cId="3017578969" sldId="548"/>
        </pc:sldMkLst>
        <pc:spChg chg="mod">
          <ac:chgData name="Paloma Cáceres García De Marina" userId="7516f0e2-be62-4205-91e6-1d37ec21b52a" providerId="ADAL" clId="{1D337432-BE59-4780-A8D9-306FD1C4B3AF}" dt="2022-03-02T19:35:40.950" v="2" actId="6549"/>
          <ac:spMkLst>
            <pc:docMk/>
            <pc:sldMk cId="3017578969" sldId="548"/>
            <ac:spMk id="6147" creationId="{00000000-0000-0000-0000-000000000000}"/>
          </ac:spMkLst>
        </pc:spChg>
      </pc:sldChg>
      <pc:sldChg chg="modSp mod">
        <pc:chgData name="Paloma Cáceres García De Marina" userId="7516f0e2-be62-4205-91e6-1d37ec21b52a" providerId="ADAL" clId="{1D337432-BE59-4780-A8D9-306FD1C4B3AF}" dt="2022-03-02T19:35:46.987" v="3" actId="6549"/>
        <pc:sldMkLst>
          <pc:docMk/>
          <pc:sldMk cId="2281222883" sldId="549"/>
        </pc:sldMkLst>
        <pc:spChg chg="mod">
          <ac:chgData name="Paloma Cáceres García De Marina" userId="7516f0e2-be62-4205-91e6-1d37ec21b52a" providerId="ADAL" clId="{1D337432-BE59-4780-A8D9-306FD1C4B3AF}" dt="2022-03-02T19:35:46.987" v="3" actId="6549"/>
          <ac:spMkLst>
            <pc:docMk/>
            <pc:sldMk cId="2281222883" sldId="549"/>
            <ac:spMk id="6147" creationId="{00000000-0000-0000-0000-000000000000}"/>
          </ac:spMkLst>
        </pc:spChg>
      </pc:sldChg>
      <pc:sldChg chg="modSp del mod">
        <pc:chgData name="Paloma Cáceres García De Marina" userId="7516f0e2-be62-4205-91e6-1d37ec21b52a" providerId="ADAL" clId="{1D337432-BE59-4780-A8D9-306FD1C4B3AF}" dt="2022-03-07T13:15:02.409" v="132" actId="47"/>
        <pc:sldMkLst>
          <pc:docMk/>
          <pc:sldMk cId="3526393180" sldId="550"/>
        </pc:sldMkLst>
        <pc:spChg chg="mod">
          <ac:chgData name="Paloma Cáceres García De Marina" userId="7516f0e2-be62-4205-91e6-1d37ec21b52a" providerId="ADAL" clId="{1D337432-BE59-4780-A8D9-306FD1C4B3AF}" dt="2022-03-02T19:53:25.744" v="59" actId="20577"/>
          <ac:spMkLst>
            <pc:docMk/>
            <pc:sldMk cId="3526393180" sldId="550"/>
            <ac:spMk id="6147" creationId="{00000000-0000-0000-0000-000000000000}"/>
          </ac:spMkLst>
        </pc:spChg>
      </pc:sldChg>
      <pc:sldChg chg="del">
        <pc:chgData name="Paloma Cáceres García De Marina" userId="7516f0e2-be62-4205-91e6-1d37ec21b52a" providerId="ADAL" clId="{1D337432-BE59-4780-A8D9-306FD1C4B3AF}" dt="2022-03-07T13:15:05.855" v="134" actId="47"/>
        <pc:sldMkLst>
          <pc:docMk/>
          <pc:sldMk cId="4147776457" sldId="551"/>
        </pc:sldMkLst>
      </pc:sldChg>
      <pc:sldChg chg="del">
        <pc:chgData name="Paloma Cáceres García De Marina" userId="7516f0e2-be62-4205-91e6-1d37ec21b52a" providerId="ADAL" clId="{1D337432-BE59-4780-A8D9-306FD1C4B3AF}" dt="2022-03-07T13:15:07.567" v="135" actId="47"/>
        <pc:sldMkLst>
          <pc:docMk/>
          <pc:sldMk cId="2607328387" sldId="552"/>
        </pc:sldMkLst>
      </pc:sldChg>
      <pc:sldChg chg="modSp add del mod">
        <pc:chgData name="Paloma Cáceres García De Marina" userId="7516f0e2-be62-4205-91e6-1d37ec21b52a" providerId="ADAL" clId="{1D337432-BE59-4780-A8D9-306FD1C4B3AF}" dt="2022-03-07T13:15:04.237" v="133" actId="47"/>
        <pc:sldMkLst>
          <pc:docMk/>
          <pc:sldMk cId="1011560774" sldId="553"/>
        </pc:sldMkLst>
        <pc:spChg chg="mod">
          <ac:chgData name="Paloma Cáceres García De Marina" userId="7516f0e2-be62-4205-91e6-1d37ec21b52a" providerId="ADAL" clId="{1D337432-BE59-4780-A8D9-306FD1C4B3AF}" dt="2022-03-02T19:57:10.816" v="102" actId="113"/>
          <ac:spMkLst>
            <pc:docMk/>
            <pc:sldMk cId="1011560774" sldId="553"/>
            <ac:spMk id="6147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1D337432-BE59-4780-A8D9-306FD1C4B3AF}" dt="2022-03-07T13:14:43.609" v="127" actId="6549"/>
        <pc:sldMkLst>
          <pc:docMk/>
          <pc:sldMk cId="4187458784" sldId="556"/>
        </pc:sldMkLst>
        <pc:spChg chg="mod">
          <ac:chgData name="Paloma Cáceres García De Marina" userId="7516f0e2-be62-4205-91e6-1d37ec21b52a" providerId="ADAL" clId="{1D337432-BE59-4780-A8D9-306FD1C4B3AF}" dt="2022-03-07T13:14:21.630" v="122"/>
          <ac:spMkLst>
            <pc:docMk/>
            <pc:sldMk cId="4187458784" sldId="556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4:43.609" v="127" actId="6549"/>
          <ac:spMkLst>
            <pc:docMk/>
            <pc:sldMk cId="4187458784" sldId="556"/>
            <ac:spMk id="6147" creationId="{00000000-0000-0000-0000-000000000000}"/>
          </ac:spMkLst>
        </pc:spChg>
      </pc:sldChg>
      <pc:sldChg chg="del">
        <pc:chgData name="Paloma Cáceres García De Marina" userId="7516f0e2-be62-4205-91e6-1d37ec21b52a" providerId="ADAL" clId="{1D337432-BE59-4780-A8D9-306FD1C4B3AF}" dt="2022-03-07T13:14:58.502" v="130" actId="47"/>
        <pc:sldMkLst>
          <pc:docMk/>
          <pc:sldMk cId="951251479" sldId="561"/>
        </pc:sldMkLst>
      </pc:sldChg>
      <pc:sldChg chg="del">
        <pc:chgData name="Paloma Cáceres García De Marina" userId="7516f0e2-be62-4205-91e6-1d37ec21b52a" providerId="ADAL" clId="{1D337432-BE59-4780-A8D9-306FD1C4B3AF}" dt="2022-03-07T13:15:00.477" v="131" actId="47"/>
        <pc:sldMkLst>
          <pc:docMk/>
          <pc:sldMk cId="946568415" sldId="562"/>
        </pc:sldMkLst>
      </pc:sldChg>
      <pc:sldChg chg="add">
        <pc:chgData name="Paloma Cáceres García De Marina" userId="7516f0e2-be62-4205-91e6-1d37ec21b52a" providerId="ADAL" clId="{1D337432-BE59-4780-A8D9-306FD1C4B3AF}" dt="2022-03-07T13:12:55.923" v="103"/>
        <pc:sldMkLst>
          <pc:docMk/>
          <pc:sldMk cId="2417404084" sldId="563"/>
        </pc:sldMkLst>
      </pc:sldChg>
      <pc:sldChg chg="add">
        <pc:chgData name="Paloma Cáceres García De Marina" userId="7516f0e2-be62-4205-91e6-1d37ec21b52a" providerId="ADAL" clId="{1D337432-BE59-4780-A8D9-306FD1C4B3AF}" dt="2022-03-07T13:12:55.923" v="103"/>
        <pc:sldMkLst>
          <pc:docMk/>
          <pc:sldMk cId="779758563" sldId="564"/>
        </pc:sldMkLst>
      </pc:sldChg>
      <pc:sldChg chg="modSp add mod">
        <pc:chgData name="Paloma Cáceres García De Marina" userId="7516f0e2-be62-4205-91e6-1d37ec21b52a" providerId="ADAL" clId="{1D337432-BE59-4780-A8D9-306FD1C4B3AF}" dt="2022-03-07T13:13:16.358" v="105" actId="20577"/>
        <pc:sldMkLst>
          <pc:docMk/>
          <pc:sldMk cId="2049517442" sldId="565"/>
        </pc:sldMkLst>
        <pc:spChg chg="mod">
          <ac:chgData name="Paloma Cáceres García De Marina" userId="7516f0e2-be62-4205-91e6-1d37ec21b52a" providerId="ADAL" clId="{1D337432-BE59-4780-A8D9-306FD1C4B3AF}" dt="2022-03-07T13:13:16.358" v="105" actId="20577"/>
          <ac:spMkLst>
            <pc:docMk/>
            <pc:sldMk cId="2049517442" sldId="565"/>
            <ac:spMk id="6146" creationId="{00000000-0000-0000-0000-000000000000}"/>
          </ac:spMkLst>
        </pc:spChg>
      </pc:sldChg>
      <pc:sldChg chg="add">
        <pc:chgData name="Paloma Cáceres García De Marina" userId="7516f0e2-be62-4205-91e6-1d37ec21b52a" providerId="ADAL" clId="{1D337432-BE59-4780-A8D9-306FD1C4B3AF}" dt="2022-03-07T13:12:55.923" v="103"/>
        <pc:sldMkLst>
          <pc:docMk/>
          <pc:sldMk cId="1173405916" sldId="566"/>
        </pc:sldMkLst>
      </pc:sldChg>
      <pc:sldChg chg="add">
        <pc:chgData name="Paloma Cáceres García De Marina" userId="7516f0e2-be62-4205-91e6-1d37ec21b52a" providerId="ADAL" clId="{1D337432-BE59-4780-A8D9-306FD1C4B3AF}" dt="2022-03-07T13:12:55.923" v="103"/>
        <pc:sldMkLst>
          <pc:docMk/>
          <pc:sldMk cId="1550498006" sldId="567"/>
        </pc:sldMkLst>
      </pc:sldChg>
      <pc:sldChg chg="modSp add mod">
        <pc:chgData name="Paloma Cáceres García De Marina" userId="7516f0e2-be62-4205-91e6-1d37ec21b52a" providerId="ADAL" clId="{1D337432-BE59-4780-A8D9-306FD1C4B3AF}" dt="2022-03-07T13:13:40.589" v="112" actId="20577"/>
        <pc:sldMkLst>
          <pc:docMk/>
          <pc:sldMk cId="2508357097" sldId="568"/>
        </pc:sldMkLst>
        <pc:spChg chg="mod">
          <ac:chgData name="Paloma Cáceres García De Marina" userId="7516f0e2-be62-4205-91e6-1d37ec21b52a" providerId="ADAL" clId="{1D337432-BE59-4780-A8D9-306FD1C4B3AF}" dt="2022-03-07T13:13:32.270" v="109" actId="20577"/>
          <ac:spMkLst>
            <pc:docMk/>
            <pc:sldMk cId="2508357097" sldId="568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3:40.589" v="112" actId="20577"/>
          <ac:spMkLst>
            <pc:docMk/>
            <pc:sldMk cId="2508357097" sldId="568"/>
            <ac:spMk id="6147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1D337432-BE59-4780-A8D9-306FD1C4B3AF}" dt="2022-03-07T13:15:34.749" v="138" actId="1076"/>
        <pc:sldMkLst>
          <pc:docMk/>
          <pc:sldMk cId="2110084875" sldId="569"/>
        </pc:sldMkLst>
        <pc:spChg chg="mod">
          <ac:chgData name="Paloma Cáceres García De Marina" userId="7516f0e2-be62-4205-91e6-1d37ec21b52a" providerId="ADAL" clId="{1D337432-BE59-4780-A8D9-306FD1C4B3AF}" dt="2022-03-07T13:13:54.783" v="119" actId="20577"/>
          <ac:spMkLst>
            <pc:docMk/>
            <pc:sldMk cId="2110084875" sldId="569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5:34.749" v="138" actId="1076"/>
          <ac:spMkLst>
            <pc:docMk/>
            <pc:sldMk cId="2110084875" sldId="569"/>
            <ac:spMk id="6147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1D337432-BE59-4780-A8D9-306FD1C4B3AF}" dt="2022-03-07T13:14:38.639" v="126" actId="6549"/>
        <pc:sldMkLst>
          <pc:docMk/>
          <pc:sldMk cId="758118057" sldId="570"/>
        </pc:sldMkLst>
        <pc:spChg chg="mod">
          <ac:chgData name="Paloma Cáceres García De Marina" userId="7516f0e2-be62-4205-91e6-1d37ec21b52a" providerId="ADAL" clId="{1D337432-BE59-4780-A8D9-306FD1C4B3AF}" dt="2022-03-07T13:14:13.595" v="120"/>
          <ac:spMkLst>
            <pc:docMk/>
            <pc:sldMk cId="758118057" sldId="570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4:38.639" v="126" actId="6549"/>
          <ac:spMkLst>
            <pc:docMk/>
            <pc:sldMk cId="758118057" sldId="570"/>
            <ac:spMk id="6147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1D337432-BE59-4780-A8D9-306FD1C4B3AF}" dt="2022-03-07T13:15:15.282" v="136" actId="1076"/>
        <pc:sldMkLst>
          <pc:docMk/>
          <pc:sldMk cId="2301221524" sldId="571"/>
        </pc:sldMkLst>
        <pc:spChg chg="mod">
          <ac:chgData name="Paloma Cáceres García De Marina" userId="7516f0e2-be62-4205-91e6-1d37ec21b52a" providerId="ADAL" clId="{1D337432-BE59-4780-A8D9-306FD1C4B3AF}" dt="2022-03-07T13:14:28.946" v="124"/>
          <ac:spMkLst>
            <pc:docMk/>
            <pc:sldMk cId="2301221524" sldId="571"/>
            <ac:spMk id="6146" creationId="{00000000-0000-0000-0000-000000000000}"/>
          </ac:spMkLst>
        </pc:spChg>
        <pc:spChg chg="mod">
          <ac:chgData name="Paloma Cáceres García De Marina" userId="7516f0e2-be62-4205-91e6-1d37ec21b52a" providerId="ADAL" clId="{1D337432-BE59-4780-A8D9-306FD1C4B3AF}" dt="2022-03-07T13:14:47.892" v="128" actId="6549"/>
          <ac:spMkLst>
            <pc:docMk/>
            <pc:sldMk cId="2301221524" sldId="571"/>
            <ac:spMk id="6147" creationId="{00000000-0000-0000-0000-000000000000}"/>
          </ac:spMkLst>
        </pc:spChg>
        <pc:picChg chg="mod">
          <ac:chgData name="Paloma Cáceres García De Marina" userId="7516f0e2-be62-4205-91e6-1d37ec21b52a" providerId="ADAL" clId="{1D337432-BE59-4780-A8D9-306FD1C4B3AF}" dt="2022-03-07T13:14:55.462" v="129" actId="1076"/>
          <ac:picMkLst>
            <pc:docMk/>
            <pc:sldMk cId="2301221524" sldId="571"/>
            <ac:picMk id="4" creationId="{350F297B-C5B2-4432-A6B7-6151C410809A}"/>
          </ac:picMkLst>
        </pc:picChg>
        <pc:picChg chg="mod">
          <ac:chgData name="Paloma Cáceres García De Marina" userId="7516f0e2-be62-4205-91e6-1d37ec21b52a" providerId="ADAL" clId="{1D337432-BE59-4780-A8D9-306FD1C4B3AF}" dt="2022-03-07T13:14:55.462" v="129" actId="1076"/>
          <ac:picMkLst>
            <pc:docMk/>
            <pc:sldMk cId="2301221524" sldId="571"/>
            <ac:picMk id="6" creationId="{AAEBA2DF-475A-4D92-9B22-0F02376B14B7}"/>
          </ac:picMkLst>
        </pc:picChg>
        <pc:picChg chg="mod">
          <ac:chgData name="Paloma Cáceres García De Marina" userId="7516f0e2-be62-4205-91e6-1d37ec21b52a" providerId="ADAL" clId="{1D337432-BE59-4780-A8D9-306FD1C4B3AF}" dt="2022-03-07T13:14:55.462" v="129" actId="1076"/>
          <ac:picMkLst>
            <pc:docMk/>
            <pc:sldMk cId="2301221524" sldId="571"/>
            <ac:picMk id="8" creationId="{0310FB3E-15AF-4928-A35C-90F0760FF751}"/>
          </ac:picMkLst>
        </pc:picChg>
        <pc:picChg chg="mod">
          <ac:chgData name="Paloma Cáceres García De Marina" userId="7516f0e2-be62-4205-91e6-1d37ec21b52a" providerId="ADAL" clId="{1D337432-BE59-4780-A8D9-306FD1C4B3AF}" dt="2022-03-07T13:14:55.462" v="129" actId="1076"/>
          <ac:picMkLst>
            <pc:docMk/>
            <pc:sldMk cId="2301221524" sldId="571"/>
            <ac:picMk id="10" creationId="{EDCA039E-299A-44A4-A41C-390326000AF7}"/>
          </ac:picMkLst>
        </pc:picChg>
        <pc:picChg chg="mod">
          <ac:chgData name="Paloma Cáceres García De Marina" userId="7516f0e2-be62-4205-91e6-1d37ec21b52a" providerId="ADAL" clId="{1D337432-BE59-4780-A8D9-306FD1C4B3AF}" dt="2022-03-07T13:15:15.282" v="136" actId="1076"/>
          <ac:picMkLst>
            <pc:docMk/>
            <pc:sldMk cId="2301221524" sldId="571"/>
            <ac:picMk id="12" creationId="{5B9D4A84-2803-4760-919C-DA6D4B7EB1B3}"/>
          </ac:picMkLst>
        </pc:picChg>
      </pc:sldChg>
    </pc:docChg>
  </pc:docChgLst>
  <pc:docChgLst>
    <pc:chgData name="María Jesús Algar Díaz" userId="S::mariajesus.algar@urjc.es::dc2b64b8-f97f-4641-883e-c9a3add0d754" providerId="AD" clId="Web-{2E1108C8-1101-4BF2-8353-0121FF669E61}"/>
    <pc:docChg chg="modSld">
      <pc:chgData name="María Jesús Algar Díaz" userId="S::mariajesus.algar@urjc.es::dc2b64b8-f97f-4641-883e-c9a3add0d754" providerId="AD" clId="Web-{2E1108C8-1101-4BF2-8353-0121FF669E61}" dt="2022-03-07T11:00:18.860" v="4" actId="20577"/>
      <pc:docMkLst>
        <pc:docMk/>
      </pc:docMkLst>
      <pc:sldChg chg="modSp">
        <pc:chgData name="María Jesús Algar Díaz" userId="S::mariajesus.algar@urjc.es::dc2b64b8-f97f-4641-883e-c9a3add0d754" providerId="AD" clId="Web-{2E1108C8-1101-4BF2-8353-0121FF669E61}" dt="2022-03-07T11:00:18.860" v="4" actId="20577"/>
        <pc:sldMkLst>
          <pc:docMk/>
          <pc:sldMk cId="1489011670" sldId="554"/>
        </pc:sldMkLst>
        <pc:spChg chg="mod">
          <ac:chgData name="María Jesús Algar Díaz" userId="S::mariajesus.algar@urjc.es::dc2b64b8-f97f-4641-883e-c9a3add0d754" providerId="AD" clId="Web-{2E1108C8-1101-4BF2-8353-0121FF669E61}" dt="2022-03-07T11:00:18.860" v="4" actId="20577"/>
          <ac:spMkLst>
            <pc:docMk/>
            <pc:sldMk cId="1489011670" sldId="554"/>
            <ac:spMk id="614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4223052E-3C8A-43E4-8FD1-EDE64C7B9CA6}"/>
    <pc:docChg chg="addSld delSld modSld">
      <pc:chgData name="Dolores Cuadra Fernández" userId="S::dolores.cuadra@urjc.es::3973a3dd-a11e-44c1-9158-1b4a8d8c39da" providerId="AD" clId="Web-{4223052E-3C8A-43E4-8FD1-EDE64C7B9CA6}" dt="2022-03-07T19:11:51.090" v="18"/>
      <pc:docMkLst>
        <pc:docMk/>
      </pc:docMkLst>
      <pc:sldChg chg="modSp">
        <pc:chgData name="Dolores Cuadra Fernández" userId="S::dolores.cuadra@urjc.es::3973a3dd-a11e-44c1-9158-1b4a8d8c39da" providerId="AD" clId="Web-{4223052E-3C8A-43E4-8FD1-EDE64C7B9CA6}" dt="2022-03-07T19:11:51.090" v="18"/>
        <pc:sldMkLst>
          <pc:docMk/>
          <pc:sldMk cId="2049517442" sldId="565"/>
        </pc:sldMkLst>
        <pc:cxnChg chg="mod">
          <ac:chgData name="Dolores Cuadra Fernández" userId="S::dolores.cuadra@urjc.es::3973a3dd-a11e-44c1-9158-1b4a8d8c39da" providerId="AD" clId="Web-{4223052E-3C8A-43E4-8FD1-EDE64C7B9CA6}" dt="2022-03-07T19:11:51.090" v="18"/>
          <ac:cxnSpMkLst>
            <pc:docMk/>
            <pc:sldMk cId="2049517442" sldId="565"/>
            <ac:cxnSpMk id="4" creationId="{18F7EDAA-7AA3-4775-B38D-F07990B33849}"/>
          </ac:cxnSpMkLst>
        </pc:cxnChg>
      </pc:sldChg>
      <pc:sldChg chg="addSp delSp modSp delAnim">
        <pc:chgData name="Dolores Cuadra Fernández" userId="S::dolores.cuadra@urjc.es::3973a3dd-a11e-44c1-9158-1b4a8d8c39da" providerId="AD" clId="Web-{4223052E-3C8A-43E4-8FD1-EDE64C7B9CA6}" dt="2022-03-07T19:11:45.137" v="17"/>
        <pc:sldMkLst>
          <pc:docMk/>
          <pc:sldMk cId="1173405916" sldId="566"/>
        </pc:sldMkLst>
        <pc:spChg chg="del">
          <ac:chgData name="Dolores Cuadra Fernández" userId="S::dolores.cuadra@urjc.es::3973a3dd-a11e-44c1-9158-1b4a8d8c39da" providerId="AD" clId="Web-{4223052E-3C8A-43E4-8FD1-EDE64C7B9CA6}" dt="2022-03-07T19:10:01.572" v="3"/>
          <ac:spMkLst>
            <pc:docMk/>
            <pc:sldMk cId="1173405916" sldId="566"/>
            <ac:spMk id="3" creationId="{EEE3012C-57E6-43B1-93D5-00FE618DDB74}"/>
          </ac:spMkLst>
        </pc:spChg>
        <pc:spChg chg="mod">
          <ac:chgData name="Dolores Cuadra Fernández" userId="S::dolores.cuadra@urjc.es::3973a3dd-a11e-44c1-9158-1b4a8d8c39da" providerId="AD" clId="Web-{4223052E-3C8A-43E4-8FD1-EDE64C7B9CA6}" dt="2022-03-07T19:10:29.807" v="10" actId="1076"/>
          <ac:spMkLst>
            <pc:docMk/>
            <pc:sldMk cId="1173405916" sldId="566"/>
            <ac:spMk id="6" creationId="{1B6021D3-DF57-4976-ADE5-B76784B430F6}"/>
          </ac:spMkLst>
        </pc:spChg>
        <pc:spChg chg="del">
          <ac:chgData name="Dolores Cuadra Fernández" userId="S::dolores.cuadra@urjc.es::3973a3dd-a11e-44c1-9158-1b4a8d8c39da" providerId="AD" clId="Web-{4223052E-3C8A-43E4-8FD1-EDE64C7B9CA6}" dt="2022-03-07T19:10:03.337" v="4"/>
          <ac:spMkLst>
            <pc:docMk/>
            <pc:sldMk cId="1173405916" sldId="566"/>
            <ac:spMk id="7" creationId="{C2EF32D7-3320-40BD-BE19-8110570B94E5}"/>
          </ac:spMkLst>
        </pc:spChg>
        <pc:graphicFrameChg chg="del">
          <ac:chgData name="Dolores Cuadra Fernández" userId="S::dolores.cuadra@urjc.es::3973a3dd-a11e-44c1-9158-1b4a8d8c39da" providerId="AD" clId="Web-{4223052E-3C8A-43E4-8FD1-EDE64C7B9CA6}" dt="2022-03-07T19:09:58.415" v="2"/>
          <ac:graphicFrameMkLst>
            <pc:docMk/>
            <pc:sldMk cId="1173405916" sldId="566"/>
            <ac:graphicFrameMk id="5" creationId="{B70952D4-1E37-492F-9DC1-1FA5F3129161}"/>
          </ac:graphicFrameMkLst>
        </pc:graphicFrameChg>
        <pc:picChg chg="add mod">
          <ac:chgData name="Dolores Cuadra Fernández" userId="S::dolores.cuadra@urjc.es::3973a3dd-a11e-44c1-9158-1b4a8d8c39da" providerId="AD" clId="Web-{4223052E-3C8A-43E4-8FD1-EDE64C7B9CA6}" dt="2022-03-07T19:10:35.635" v="12" actId="14100"/>
          <ac:picMkLst>
            <pc:docMk/>
            <pc:sldMk cId="1173405916" sldId="566"/>
            <ac:picMk id="4" creationId="{D68DAEEA-D184-4DAF-AA58-8C84A422062C}"/>
          </ac:picMkLst>
        </pc:picChg>
        <pc:cxnChg chg="add mod">
          <ac:chgData name="Dolores Cuadra Fernández" userId="S::dolores.cuadra@urjc.es::3973a3dd-a11e-44c1-9158-1b4a8d8c39da" providerId="AD" clId="Web-{4223052E-3C8A-43E4-8FD1-EDE64C7B9CA6}" dt="2022-03-07T19:11:45.137" v="17"/>
          <ac:cxnSpMkLst>
            <pc:docMk/>
            <pc:sldMk cId="1173405916" sldId="566"/>
            <ac:cxnSpMk id="8" creationId="{5E7425FB-B549-4A93-A999-C0F5C3999274}"/>
          </ac:cxnSpMkLst>
        </pc:cxnChg>
      </pc:sldChg>
      <pc:sldChg chg="new del">
        <pc:chgData name="Dolores Cuadra Fernández" userId="S::dolores.cuadra@urjc.es::3973a3dd-a11e-44c1-9158-1b4a8d8c39da" providerId="AD" clId="Web-{4223052E-3C8A-43E4-8FD1-EDE64C7B9CA6}" dt="2022-03-07T19:09:17.789" v="1"/>
        <pc:sldMkLst>
          <pc:docMk/>
          <pc:sldMk cId="3493368489" sldId="572"/>
        </pc:sldMkLst>
      </pc:sldChg>
    </pc:docChg>
  </pc:docChgLst>
  <pc:docChgLst>
    <pc:chgData name="Oriol Borrás Gené" userId="S::oriol.borras@urjc.es::aea611aa-1d44-4c50-abd0-2064e044183a" providerId="AD" clId="Web-{9C33A8E6-9401-46EB-B1F4-B04E1B5442D5}"/>
    <pc:docChg chg="modSld">
      <pc:chgData name="Oriol Borrás Gené" userId="S::oriol.borras@urjc.es::aea611aa-1d44-4c50-abd0-2064e044183a" providerId="AD" clId="Web-{9C33A8E6-9401-46EB-B1F4-B04E1B5442D5}" dt="2020-02-25T21:16:57.908" v="37"/>
      <pc:docMkLst>
        <pc:docMk/>
      </pc:docMkLst>
      <pc:sldChg chg="addSp delSp modSp">
        <pc:chgData name="Oriol Borrás Gené" userId="S::oriol.borras@urjc.es::aea611aa-1d44-4c50-abd0-2064e044183a" providerId="AD" clId="Web-{9C33A8E6-9401-46EB-B1F4-B04E1B5442D5}" dt="2020-02-25T21:16:57.908" v="37"/>
        <pc:sldMkLst>
          <pc:docMk/>
          <pc:sldMk cId="0" sldId="435"/>
        </pc:sldMkLst>
        <pc:spChg chg="add del mod">
          <ac:chgData name="Oriol Borrás Gené" userId="S::oriol.borras@urjc.es::aea611aa-1d44-4c50-abd0-2064e044183a" providerId="AD" clId="Web-{9C33A8E6-9401-46EB-B1F4-B04E1B5442D5}" dt="2020-02-25T21:16:57.908" v="36"/>
          <ac:spMkLst>
            <pc:docMk/>
            <pc:sldMk cId="0" sldId="435"/>
            <ac:spMk id="6" creationId="{43B54605-B5DD-4D78-8503-905F1F0B98B8}"/>
          </ac:spMkLst>
        </pc:spChg>
        <pc:spChg chg="mod">
          <ac:chgData name="Oriol Borrás Gené" userId="S::oriol.borras@urjc.es::aea611aa-1d44-4c50-abd0-2064e044183a" providerId="AD" clId="Web-{9C33A8E6-9401-46EB-B1F4-B04E1B5442D5}" dt="2020-02-25T21:16:55.112" v="30" actId="20577"/>
          <ac:spMkLst>
            <pc:docMk/>
            <pc:sldMk cId="0" sldId="435"/>
            <ac:spMk id="8" creationId="{00000000-0000-0000-0000-000000000000}"/>
          </ac:spMkLst>
        </pc:spChg>
        <pc:graphicFrameChg chg="add del mod">
          <ac:chgData name="Oriol Borrás Gené" userId="S::oriol.borras@urjc.es::aea611aa-1d44-4c50-abd0-2064e044183a" providerId="AD" clId="Web-{9C33A8E6-9401-46EB-B1F4-B04E1B5442D5}" dt="2020-02-25T21:16:57.908" v="37"/>
          <ac:graphicFrameMkLst>
            <pc:docMk/>
            <pc:sldMk cId="0" sldId="435"/>
            <ac:graphicFrameMk id="5" creationId="{F7AE0F61-277C-4646-86D0-A4608E64B35A}"/>
          </ac:graphicFrameMkLst>
        </pc:graphicFrameChg>
      </pc:sldChg>
    </pc:docChg>
  </pc:docChgLst>
  <pc:docChgLst>
    <pc:chgData name="Paloma Cáceres García De Marina" userId="S::paloma.caceres@urjc.es::7516f0e2-be62-4205-91e6-1d37ec21b52a" providerId="AD" clId="Web-{693789C0-F44F-44C3-B86D-90B1B6D2C92E}"/>
    <pc:docChg chg="addSld delSld modSld">
      <pc:chgData name="Paloma Cáceres García De Marina" userId="S::paloma.caceres@urjc.es::7516f0e2-be62-4205-91e6-1d37ec21b52a" providerId="AD" clId="Web-{693789C0-F44F-44C3-B86D-90B1B6D2C92E}" dt="2021-03-03T16:00:01.361" v="325"/>
      <pc:docMkLst>
        <pc:docMk/>
      </pc:docMkLst>
      <pc:sldChg chg="modSp">
        <pc:chgData name="Paloma Cáceres García De Marina" userId="S::paloma.caceres@urjc.es::7516f0e2-be62-4205-91e6-1d37ec21b52a" providerId="AD" clId="Web-{693789C0-F44F-44C3-B86D-90B1B6D2C92E}" dt="2021-03-03T15:21:01.575" v="18" actId="20577"/>
        <pc:sldMkLst>
          <pc:docMk/>
          <pc:sldMk cId="0" sldId="398"/>
        </pc:sldMkLst>
        <pc:spChg chg="mod">
          <ac:chgData name="Paloma Cáceres García De Marina" userId="S::paloma.caceres@urjc.es::7516f0e2-be62-4205-91e6-1d37ec21b52a" providerId="AD" clId="Web-{693789C0-F44F-44C3-B86D-90B1B6D2C92E}" dt="2021-03-03T15:21:01.575" v="18" actId="20577"/>
          <ac:spMkLst>
            <pc:docMk/>
            <pc:sldMk cId="0" sldId="398"/>
            <ac:spMk id="2" creationId="{00000000-0000-0000-0000-000000000000}"/>
          </ac:spMkLst>
        </pc:spChg>
      </pc:sldChg>
      <pc:sldChg chg="addSp modSp">
        <pc:chgData name="Paloma Cáceres García De Marina" userId="S::paloma.caceres@urjc.es::7516f0e2-be62-4205-91e6-1d37ec21b52a" providerId="AD" clId="Web-{693789C0-F44F-44C3-B86D-90B1B6D2C92E}" dt="2021-03-03T15:42:25.884" v="167" actId="14100"/>
        <pc:sldMkLst>
          <pc:docMk/>
          <pc:sldMk cId="3333714996" sldId="498"/>
        </pc:sldMkLst>
        <pc:spChg chg="mod">
          <ac:chgData name="Paloma Cáceres García De Marina" userId="S::paloma.caceres@urjc.es::7516f0e2-be62-4205-91e6-1d37ec21b52a" providerId="AD" clId="Web-{693789C0-F44F-44C3-B86D-90B1B6D2C92E}" dt="2021-03-03T15:37:02.518" v="74" actId="20577"/>
          <ac:spMkLst>
            <pc:docMk/>
            <pc:sldMk cId="3333714996" sldId="498"/>
            <ac:spMk id="7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39:26.365" v="156" actId="20577"/>
          <ac:spMkLst>
            <pc:docMk/>
            <pc:sldMk cId="3333714996" sldId="498"/>
            <ac:spMk id="23" creationId="{00000000-0000-0000-0000-000000000000}"/>
          </ac:spMkLst>
        </pc:spChg>
        <pc:picChg chg="add mod">
          <ac:chgData name="Paloma Cáceres García De Marina" userId="S::paloma.caceres@urjc.es::7516f0e2-be62-4205-91e6-1d37ec21b52a" providerId="AD" clId="Web-{693789C0-F44F-44C3-B86D-90B1B6D2C92E}" dt="2021-03-03T15:42:25.884" v="167" actId="14100"/>
          <ac:picMkLst>
            <pc:docMk/>
            <pc:sldMk cId="3333714996" sldId="498"/>
            <ac:picMk id="3" creationId="{2DAE242F-94D5-47C5-9952-71F60AEC33F9}"/>
          </ac:picMkLst>
        </pc:picChg>
      </pc:sldChg>
      <pc:sldChg chg="addSp delSp modSp">
        <pc:chgData name="Paloma Cáceres García De Marina" userId="S::paloma.caceres@urjc.es::7516f0e2-be62-4205-91e6-1d37ec21b52a" providerId="AD" clId="Web-{693789C0-F44F-44C3-B86D-90B1B6D2C92E}" dt="2021-03-03T15:35:50.579" v="72" actId="14100"/>
        <pc:sldMkLst>
          <pc:docMk/>
          <pc:sldMk cId="1818141011" sldId="499"/>
        </pc:sldMkLst>
        <pc:spChg chg="mod">
          <ac:chgData name="Paloma Cáceres García De Marina" userId="S::paloma.caceres@urjc.es::7516f0e2-be62-4205-91e6-1d37ec21b52a" providerId="AD" clId="Web-{693789C0-F44F-44C3-B86D-90B1B6D2C92E}" dt="2021-03-03T15:34:03.030" v="61" actId="20577"/>
          <ac:spMkLst>
            <pc:docMk/>
            <pc:sldMk cId="1818141011" sldId="499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34:26.796" v="67" actId="1076"/>
          <ac:spMkLst>
            <pc:docMk/>
            <pc:sldMk cId="1818141011" sldId="499"/>
            <ac:spMk id="5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33:07.825" v="50" actId="1076"/>
          <ac:spMkLst>
            <pc:docMk/>
            <pc:sldMk cId="1818141011" sldId="499"/>
            <ac:spMk id="23" creationId="{00000000-0000-0000-0000-000000000000}"/>
          </ac:spMkLst>
        </pc:spChg>
        <pc:spChg chg="del mod">
          <ac:chgData name="Paloma Cáceres García De Marina" userId="S::paloma.caceres@urjc.es::7516f0e2-be62-4205-91e6-1d37ec21b52a" providerId="AD" clId="Web-{693789C0-F44F-44C3-B86D-90B1B6D2C92E}" dt="2021-03-03T15:32:43.090" v="42"/>
          <ac:spMkLst>
            <pc:docMk/>
            <pc:sldMk cId="1818141011" sldId="499"/>
            <ac:spMk id="25" creationId="{7E218089-75A9-4A8B-A45A-D0B2746379C8}"/>
          </ac:spMkLst>
        </pc:spChg>
        <pc:picChg chg="add del mod">
          <ac:chgData name="Paloma Cáceres García De Marina" userId="S::paloma.caceres@urjc.es::7516f0e2-be62-4205-91e6-1d37ec21b52a" providerId="AD" clId="Web-{693789C0-F44F-44C3-B86D-90B1B6D2C92E}" dt="2021-03-03T15:32:12.637" v="36"/>
          <ac:picMkLst>
            <pc:docMk/>
            <pc:sldMk cId="1818141011" sldId="499"/>
            <ac:picMk id="3" creationId="{A91B5F77-FC44-44B0-826E-00316AB1A14F}"/>
          </ac:picMkLst>
        </pc:picChg>
        <pc:picChg chg="add mod">
          <ac:chgData name="Paloma Cáceres García De Marina" userId="S::paloma.caceres@urjc.es::7516f0e2-be62-4205-91e6-1d37ec21b52a" providerId="AD" clId="Web-{693789C0-F44F-44C3-B86D-90B1B6D2C92E}" dt="2021-03-03T15:34:12.920" v="63" actId="1076"/>
          <ac:picMkLst>
            <pc:docMk/>
            <pc:sldMk cId="1818141011" sldId="499"/>
            <ac:picMk id="4" creationId="{E3C85A8D-B082-44A3-970F-D5F370CD2C1B}"/>
          </ac:picMkLst>
        </pc:picChg>
        <pc:picChg chg="add mod">
          <ac:chgData name="Paloma Cáceres García De Marina" userId="S::paloma.caceres@urjc.es::7516f0e2-be62-4205-91e6-1d37ec21b52a" providerId="AD" clId="Web-{693789C0-F44F-44C3-B86D-90B1B6D2C92E}" dt="2021-03-03T15:35:50.579" v="72" actId="14100"/>
          <ac:picMkLst>
            <pc:docMk/>
            <pc:sldMk cId="1818141011" sldId="499"/>
            <ac:picMk id="6" creationId="{8F43F261-FEF8-4AF9-9C30-E0AE35432A95}"/>
          </ac:picMkLst>
        </pc:picChg>
        <pc:picChg chg="add del mod">
          <ac:chgData name="Paloma Cáceres García De Marina" userId="S::paloma.caceres@urjc.es::7516f0e2-be62-4205-91e6-1d37ec21b52a" providerId="AD" clId="Web-{693789C0-F44F-44C3-B86D-90B1B6D2C92E}" dt="2021-03-03T15:32:31.246" v="39"/>
          <ac:picMkLst>
            <pc:docMk/>
            <pc:sldMk cId="1818141011" sldId="499"/>
            <ac:picMk id="18" creationId="{A8C59351-0279-4AFA-8636-89DCE2BDF494}"/>
          </ac:picMkLst>
        </pc:picChg>
        <pc:picChg chg="del mod">
          <ac:chgData name="Paloma Cáceres García De Marina" userId="S::paloma.caceres@urjc.es::7516f0e2-be62-4205-91e6-1d37ec21b52a" providerId="AD" clId="Web-{693789C0-F44F-44C3-B86D-90B1B6D2C92E}" dt="2021-03-03T15:35:33.657" v="68"/>
          <ac:picMkLst>
            <pc:docMk/>
            <pc:sldMk cId="1818141011" sldId="499"/>
            <ac:picMk id="20" creationId="{7A572916-7C8C-4C07-B667-0F2ED910EE76}"/>
          </ac:picMkLst>
        </pc:picChg>
      </pc:sldChg>
      <pc:sldChg chg="addSp delSp modSp">
        <pc:chgData name="Paloma Cáceres García De Marina" userId="S::paloma.caceres@urjc.es::7516f0e2-be62-4205-91e6-1d37ec21b52a" providerId="AD" clId="Web-{693789C0-F44F-44C3-B86D-90B1B6D2C92E}" dt="2021-03-03T15:59:51.907" v="324" actId="1076"/>
        <pc:sldMkLst>
          <pc:docMk/>
          <pc:sldMk cId="3187729881" sldId="501"/>
        </pc:sldMkLst>
        <pc:spChg chg="add del mod">
          <ac:chgData name="Paloma Cáceres García De Marina" userId="S::paloma.caceres@urjc.es::7516f0e2-be62-4205-91e6-1d37ec21b52a" providerId="AD" clId="Web-{693789C0-F44F-44C3-B86D-90B1B6D2C92E}" dt="2021-03-03T15:58:26.062" v="285"/>
          <ac:spMkLst>
            <pc:docMk/>
            <pc:sldMk cId="3187729881" sldId="501"/>
            <ac:spMk id="3" creationId="{2CA98D9F-FB53-4810-ACE3-F5D5705C147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6:34.059" v="272" actId="1076"/>
          <ac:spMkLst>
            <pc:docMk/>
            <pc:sldMk cId="3187729881" sldId="501"/>
            <ac:spMk id="5" creationId="{B514D3D7-4542-4E4E-A359-2D0562C5444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7:46.030" v="275" actId="20577"/>
          <ac:spMkLst>
            <pc:docMk/>
            <pc:sldMk cId="3187729881" sldId="501"/>
            <ac:spMk id="6" creationId="{1579F8A5-C56D-46CD-B360-9687684A4D6B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7:52.967" v="278" actId="20577"/>
          <ac:spMkLst>
            <pc:docMk/>
            <pc:sldMk cId="3187729881" sldId="501"/>
            <ac:spMk id="7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693789C0-F44F-44C3-B86D-90B1B6D2C92E}" dt="2021-03-03T15:56:27.137" v="271"/>
          <ac:spMkLst>
            <pc:docMk/>
            <pc:sldMk cId="3187729881" sldId="501"/>
            <ac:spMk id="8" creationId="{36CFEE26-7190-4A16-806E-61C686EAF2B1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9:47.720" v="323" actId="1076"/>
          <ac:spMkLst>
            <pc:docMk/>
            <pc:sldMk cId="3187729881" sldId="501"/>
            <ac:spMk id="9" creationId="{16CD52F2-2FBD-450E-9852-A9403FBC9F8D}"/>
          </ac:spMkLst>
        </pc:spChg>
        <pc:spChg chg="add mod">
          <ac:chgData name="Paloma Cáceres García De Marina" userId="S::paloma.caceres@urjc.es::7516f0e2-be62-4205-91e6-1d37ec21b52a" providerId="AD" clId="Web-{693789C0-F44F-44C3-B86D-90B1B6D2C92E}" dt="2021-03-03T15:59:51.907" v="324" actId="1076"/>
          <ac:spMkLst>
            <pc:docMk/>
            <pc:sldMk cId="3187729881" sldId="501"/>
            <ac:spMk id="10" creationId="{D9E414DB-B017-44DC-A56A-5511C8617518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53:20.742" v="239" actId="20577"/>
          <ac:spMkLst>
            <pc:docMk/>
            <pc:sldMk cId="3187729881" sldId="501"/>
            <ac:spMk id="23" creationId="{00000000-0000-0000-0000-000000000000}"/>
          </ac:spMkLst>
        </pc:spChg>
      </pc:sldChg>
      <pc:sldChg chg="modSp">
        <pc:chgData name="Paloma Cáceres García De Marina" userId="S::paloma.caceres@urjc.es::7516f0e2-be62-4205-91e6-1d37ec21b52a" providerId="AD" clId="Web-{693789C0-F44F-44C3-B86D-90B1B6D2C92E}" dt="2021-03-03T15:44:15.809" v="225" actId="20577"/>
        <pc:sldMkLst>
          <pc:docMk/>
          <pc:sldMk cId="4003986535" sldId="502"/>
        </pc:sldMkLst>
        <pc:spChg chg="mod">
          <ac:chgData name="Paloma Cáceres García De Marina" userId="S::paloma.caceres@urjc.es::7516f0e2-be62-4205-91e6-1d37ec21b52a" providerId="AD" clId="Web-{693789C0-F44F-44C3-B86D-90B1B6D2C92E}" dt="2021-03-03T15:44:15.809" v="225" actId="20577"/>
          <ac:spMkLst>
            <pc:docMk/>
            <pc:sldMk cId="4003986535" sldId="502"/>
            <ac:spMk id="7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693789C0-F44F-44C3-B86D-90B1B6D2C92E}" dt="2021-03-03T15:40:45.304" v="164" actId="20577"/>
          <ac:spMkLst>
            <pc:docMk/>
            <pc:sldMk cId="4003986535" sldId="502"/>
            <ac:spMk id="23" creationId="{00000000-0000-0000-0000-000000000000}"/>
          </ac:spMkLst>
        </pc:spChg>
      </pc:sldChg>
      <pc:sldChg chg="modSp">
        <pc:chgData name="Paloma Cáceres García De Marina" userId="S::paloma.caceres@urjc.es::7516f0e2-be62-4205-91e6-1d37ec21b52a" providerId="AD" clId="Web-{693789C0-F44F-44C3-B86D-90B1B6D2C92E}" dt="2021-03-03T15:40:14.225" v="160" actId="20577"/>
        <pc:sldMkLst>
          <pc:docMk/>
          <pc:sldMk cId="4025168796" sldId="505"/>
        </pc:sldMkLst>
        <pc:spChg chg="mod">
          <ac:chgData name="Paloma Cáceres García De Marina" userId="S::paloma.caceres@urjc.es::7516f0e2-be62-4205-91e6-1d37ec21b52a" providerId="AD" clId="Web-{693789C0-F44F-44C3-B86D-90B1B6D2C92E}" dt="2021-03-03T15:40:14.225" v="160" actId="20577"/>
          <ac:spMkLst>
            <pc:docMk/>
            <pc:sldMk cId="4025168796" sldId="505"/>
            <ac:spMk id="7" creationId="{00000000-0000-0000-0000-000000000000}"/>
          </ac:spMkLst>
        </pc:spChg>
      </pc:sldChg>
      <pc:sldChg chg="modSp">
        <pc:chgData name="Paloma Cáceres García De Marina" userId="S::paloma.caceres@urjc.es::7516f0e2-be62-4205-91e6-1d37ec21b52a" providerId="AD" clId="Web-{693789C0-F44F-44C3-B86D-90B1B6D2C92E}" dt="2021-03-03T15:21:11.200" v="21" actId="20577"/>
        <pc:sldMkLst>
          <pc:docMk/>
          <pc:sldMk cId="1070510077" sldId="508"/>
        </pc:sldMkLst>
        <pc:spChg chg="mod">
          <ac:chgData name="Paloma Cáceres García De Marina" userId="S::paloma.caceres@urjc.es::7516f0e2-be62-4205-91e6-1d37ec21b52a" providerId="AD" clId="Web-{693789C0-F44F-44C3-B86D-90B1B6D2C92E}" dt="2021-03-03T15:21:11.200" v="21" actId="20577"/>
          <ac:spMkLst>
            <pc:docMk/>
            <pc:sldMk cId="1070510077" sldId="508"/>
            <ac:spMk id="3" creationId="{951917E6-E969-4978-A3B0-83233C7F8FC2}"/>
          </ac:spMkLst>
        </pc:spChg>
      </pc:sldChg>
      <pc:sldChg chg="addSp modSp add replId">
        <pc:chgData name="Paloma Cáceres García De Marina" userId="S::paloma.caceres@urjc.es::7516f0e2-be62-4205-91e6-1d37ec21b52a" providerId="AD" clId="Web-{693789C0-F44F-44C3-B86D-90B1B6D2C92E}" dt="2021-03-03T15:46:15.733" v="235" actId="1076"/>
        <pc:sldMkLst>
          <pc:docMk/>
          <pc:sldMk cId="1140135493" sldId="530"/>
        </pc:sldMkLst>
        <pc:spChg chg="mod">
          <ac:chgData name="Paloma Cáceres García De Marina" userId="S::paloma.caceres@urjc.es::7516f0e2-be62-4205-91e6-1d37ec21b52a" providerId="AD" clId="Web-{693789C0-F44F-44C3-B86D-90B1B6D2C92E}" dt="2021-03-03T15:45:52.983" v="228" actId="20577"/>
          <ac:spMkLst>
            <pc:docMk/>
            <pc:sldMk cId="1140135493" sldId="530"/>
            <ac:spMk id="7" creationId="{00000000-0000-0000-0000-000000000000}"/>
          </ac:spMkLst>
        </pc:spChg>
        <pc:picChg chg="add mod">
          <ac:chgData name="Paloma Cáceres García De Marina" userId="S::paloma.caceres@urjc.es::7516f0e2-be62-4205-91e6-1d37ec21b52a" providerId="AD" clId="Web-{693789C0-F44F-44C3-B86D-90B1B6D2C92E}" dt="2021-03-03T15:46:15.733" v="235" actId="1076"/>
          <ac:picMkLst>
            <pc:docMk/>
            <pc:sldMk cId="1140135493" sldId="530"/>
            <ac:picMk id="3" creationId="{7622CC95-F7F4-4F44-93D6-FC4526C6E266}"/>
          </ac:picMkLst>
        </pc:picChg>
      </pc:sldChg>
      <pc:sldChg chg="add del replId">
        <pc:chgData name="Paloma Cáceres García De Marina" userId="S::paloma.caceres@urjc.es::7516f0e2-be62-4205-91e6-1d37ec21b52a" providerId="AD" clId="Web-{693789C0-F44F-44C3-B86D-90B1B6D2C92E}" dt="2021-03-03T16:00:01.361" v="325"/>
        <pc:sldMkLst>
          <pc:docMk/>
          <pc:sldMk cId="274430056" sldId="531"/>
        </pc:sldMkLst>
      </pc:sldChg>
    </pc:docChg>
  </pc:docChgLst>
  <pc:docChgLst>
    <pc:chgData name="grado ingenieriainformatica" userId="S::grado.ingenieriainformatica@urjc.es::9d40e5c8-3287-409d-9cff-f02c13a045a3" providerId="AD" clId="Web-{3555AFC7-14F1-029C-C95E-412F84DB71D6}"/>
    <pc:docChg chg="mod modSld">
      <pc:chgData name="grado ingenieriainformatica" userId="S::grado.ingenieriainformatica@urjc.es::9d40e5c8-3287-409d-9cff-f02c13a045a3" providerId="AD" clId="Web-{3555AFC7-14F1-029C-C95E-412F84DB71D6}" dt="2025-01-20T19:46:58.011" v="9" actId="20577"/>
      <pc:docMkLst>
        <pc:docMk/>
      </pc:docMkLst>
      <pc:sldChg chg="modSp">
        <pc:chgData name="grado ingenieriainformatica" userId="S::grado.ingenieriainformatica@urjc.es::9d40e5c8-3287-409d-9cff-f02c13a045a3" providerId="AD" clId="Web-{3555AFC7-14F1-029C-C95E-412F84DB71D6}" dt="2025-01-20T19:46:58.011" v="9" actId="20577"/>
        <pc:sldMkLst>
          <pc:docMk/>
          <pc:sldMk cId="0" sldId="311"/>
        </pc:sldMkLst>
        <pc:spChg chg="mod">
          <ac:chgData name="grado ingenieriainformatica" userId="S::grado.ingenieriainformatica@urjc.es::9d40e5c8-3287-409d-9cff-f02c13a045a3" providerId="AD" clId="Web-{3555AFC7-14F1-029C-C95E-412F84DB71D6}" dt="2025-01-20T19:46:58.011" v="9" actId="20577"/>
          <ac:spMkLst>
            <pc:docMk/>
            <pc:sldMk cId="0" sldId="311"/>
            <ac:spMk id="1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37F92C17-470F-4B42-A0D3-F7A819FD3C45}"/>
    <pc:docChg chg="addSld delSld modSld">
      <pc:chgData name="Dolores Cuadra Fernández" userId="S::dolores.cuadra@urjc.es::3973a3dd-a11e-44c1-9158-1b4a8d8c39da" providerId="AD" clId="Web-{37F92C17-470F-4B42-A0D3-F7A819FD3C45}" dt="2021-03-03T13:54:12.949" v="178" actId="1076"/>
      <pc:docMkLst>
        <pc:docMk/>
      </pc:docMkLst>
      <pc:sldChg chg="del">
        <pc:chgData name="Dolores Cuadra Fernández" userId="S::dolores.cuadra@urjc.es::3973a3dd-a11e-44c1-9158-1b4a8d8c39da" providerId="AD" clId="Web-{37F92C17-470F-4B42-A0D3-F7A819FD3C45}" dt="2021-03-03T13:18:33.127" v="0"/>
        <pc:sldMkLst>
          <pc:docMk/>
          <pc:sldMk cId="0" sldId="431"/>
        </pc:sldMkLst>
      </pc:sldChg>
      <pc:sldChg chg="addSp modSp">
        <pc:chgData name="Dolores Cuadra Fernández" userId="S::dolores.cuadra@urjc.es::3973a3dd-a11e-44c1-9158-1b4a8d8c39da" providerId="AD" clId="Web-{37F92C17-470F-4B42-A0D3-F7A819FD3C45}" dt="2021-03-03T13:45:08.955" v="108" actId="1076"/>
        <pc:sldMkLst>
          <pc:docMk/>
          <pc:sldMk cId="0" sldId="443"/>
        </pc:sldMkLst>
        <pc:spChg chg="add mod">
          <ac:chgData name="Dolores Cuadra Fernández" userId="S::dolores.cuadra@urjc.es::3973a3dd-a11e-44c1-9158-1b4a8d8c39da" providerId="AD" clId="Web-{37F92C17-470F-4B42-A0D3-F7A819FD3C45}" dt="2021-03-03T13:45:08.955" v="108" actId="1076"/>
          <ac:spMkLst>
            <pc:docMk/>
            <pc:sldMk cId="0" sldId="443"/>
            <ac:spMk id="8" creationId="{F8F2FB9A-9F1E-49FB-A1AB-EB93EE94416D}"/>
          </ac:spMkLst>
        </pc:spChg>
      </pc:sldChg>
      <pc:sldChg chg="modSp del">
        <pc:chgData name="Dolores Cuadra Fernández" userId="S::dolores.cuadra@urjc.es::3973a3dd-a11e-44c1-9158-1b4a8d8c39da" providerId="AD" clId="Web-{37F92C17-470F-4B42-A0D3-F7A819FD3C45}" dt="2021-03-03T13:51:43.447" v="160"/>
        <pc:sldMkLst>
          <pc:docMk/>
          <pc:sldMk cId="0" sldId="444"/>
        </pc:sldMkLst>
        <pc:spChg chg="mod">
          <ac:chgData name="Dolores Cuadra Fernández" userId="S::dolores.cuadra@urjc.es::3973a3dd-a11e-44c1-9158-1b4a8d8c39da" providerId="AD" clId="Web-{37F92C17-470F-4B42-A0D3-F7A819FD3C45}" dt="2021-03-03T13:46:47.316" v="113" actId="20577"/>
          <ac:spMkLst>
            <pc:docMk/>
            <pc:sldMk cId="0" sldId="444"/>
            <ac:spMk id="7" creationId="{00000000-0000-0000-0000-000000000000}"/>
          </ac:spMkLst>
        </pc:spChg>
      </pc:sldChg>
      <pc:sldChg chg="modSp">
        <pc:chgData name="Dolores Cuadra Fernández" userId="S::dolores.cuadra@urjc.es::3973a3dd-a11e-44c1-9158-1b4a8d8c39da" providerId="AD" clId="Web-{37F92C17-470F-4B42-A0D3-F7A819FD3C45}" dt="2021-03-03T13:54:12.949" v="178" actId="1076"/>
        <pc:sldMkLst>
          <pc:docMk/>
          <pc:sldMk cId="0" sldId="445"/>
        </pc:sldMkLst>
        <pc:spChg chg="mod">
          <ac:chgData name="Dolores Cuadra Fernández" userId="S::dolores.cuadra@urjc.es::3973a3dd-a11e-44c1-9158-1b4a8d8c39da" providerId="AD" clId="Web-{37F92C17-470F-4B42-A0D3-F7A819FD3C45}" dt="2021-03-03T13:54:09.918" v="177"/>
          <ac:spMkLst>
            <pc:docMk/>
            <pc:sldMk cId="0" sldId="445"/>
            <ac:spMk id="23" creationId="{00000000-0000-0000-0000-000000000000}"/>
          </ac:spMkLst>
        </pc:spChg>
        <pc:picChg chg="mod">
          <ac:chgData name="Dolores Cuadra Fernández" userId="S::dolores.cuadra@urjc.es::3973a3dd-a11e-44c1-9158-1b4a8d8c39da" providerId="AD" clId="Web-{37F92C17-470F-4B42-A0D3-F7A819FD3C45}" dt="2021-03-03T13:54:12.949" v="178" actId="1076"/>
          <ac:picMkLst>
            <pc:docMk/>
            <pc:sldMk cId="0" sldId="445"/>
            <ac:picMk id="3" creationId="{40904C5D-BF09-4BD5-B44F-8A42ACFFD75C}"/>
          </ac:picMkLst>
        </pc:picChg>
      </pc:sldChg>
      <pc:sldChg chg="del">
        <pc:chgData name="Dolores Cuadra Fernández" userId="S::dolores.cuadra@urjc.es::3973a3dd-a11e-44c1-9158-1b4a8d8c39da" providerId="AD" clId="Web-{37F92C17-470F-4B42-A0D3-F7A819FD3C45}" dt="2021-03-03T13:47:20.785" v="114"/>
        <pc:sldMkLst>
          <pc:docMk/>
          <pc:sldMk cId="0" sldId="447"/>
        </pc:sldMkLst>
      </pc:sldChg>
      <pc:sldChg chg="modSp">
        <pc:chgData name="Dolores Cuadra Fernández" userId="S::dolores.cuadra@urjc.es::3973a3dd-a11e-44c1-9158-1b4a8d8c39da" providerId="AD" clId="Web-{37F92C17-470F-4B42-A0D3-F7A819FD3C45}" dt="2021-03-03T13:43:03.515" v="74" actId="20577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37F92C17-470F-4B42-A0D3-F7A819FD3C45}" dt="2021-03-03T13:43:03.515" v="74" actId="20577"/>
          <ac:spMkLst>
            <pc:docMk/>
            <pc:sldMk cId="993144657" sldId="495"/>
            <ac:spMk id="18" creationId="{E002362C-B421-4EF0-AA51-8B065780455A}"/>
          </ac:spMkLst>
        </pc:spChg>
      </pc:sldChg>
      <pc:sldChg chg="addSp delSp modSp">
        <pc:chgData name="Dolores Cuadra Fernández" userId="S::dolores.cuadra@urjc.es::3973a3dd-a11e-44c1-9158-1b4a8d8c39da" providerId="AD" clId="Web-{37F92C17-470F-4B42-A0D3-F7A819FD3C45}" dt="2021-03-03T13:42:19.686" v="70" actId="1076"/>
        <pc:sldMkLst>
          <pc:docMk/>
          <pc:sldMk cId="1046410554" sldId="525"/>
        </pc:sldMkLst>
        <pc:spChg chg="add mod">
          <ac:chgData name="Dolores Cuadra Fernández" userId="S::dolores.cuadra@urjc.es::3973a3dd-a11e-44c1-9158-1b4a8d8c39da" providerId="AD" clId="Web-{37F92C17-470F-4B42-A0D3-F7A819FD3C45}" dt="2021-03-03T13:42:17.014" v="69" actId="1076"/>
          <ac:spMkLst>
            <pc:docMk/>
            <pc:sldMk cId="1046410554" sldId="525"/>
            <ac:spMk id="11" creationId="{66E1E67E-23B3-49FC-92C0-7F79C924CF3F}"/>
          </ac:spMkLst>
        </pc:spChg>
        <pc:spChg chg="del mod">
          <ac:chgData name="Dolores Cuadra Fernández" userId="S::dolores.cuadra@urjc.es::3973a3dd-a11e-44c1-9158-1b4a8d8c39da" providerId="AD" clId="Web-{37F92C17-470F-4B42-A0D3-F7A819FD3C45}" dt="2021-03-03T13:42:13.545" v="68"/>
          <ac:spMkLst>
            <pc:docMk/>
            <pc:sldMk cId="1046410554" sldId="525"/>
            <ac:spMk id="14" creationId="{58D7C744-B84A-46A0-8385-4AE854507011}"/>
          </ac:spMkLst>
        </pc:spChg>
        <pc:picChg chg="mod">
          <ac:chgData name="Dolores Cuadra Fernández" userId="S::dolores.cuadra@urjc.es::3973a3dd-a11e-44c1-9158-1b4a8d8c39da" providerId="AD" clId="Web-{37F92C17-470F-4B42-A0D3-F7A819FD3C45}" dt="2021-03-03T13:42:19.686" v="70" actId="1076"/>
          <ac:picMkLst>
            <pc:docMk/>
            <pc:sldMk cId="1046410554" sldId="525"/>
            <ac:picMk id="5" creationId="{1F035A04-9B25-4A51-BE41-AC8AB6216111}"/>
          </ac:picMkLst>
        </pc:picChg>
      </pc:sldChg>
      <pc:sldChg chg="modSp">
        <pc:chgData name="Dolores Cuadra Fernández" userId="S::dolores.cuadra@urjc.es::3973a3dd-a11e-44c1-9158-1b4a8d8c39da" providerId="AD" clId="Web-{37F92C17-470F-4B42-A0D3-F7A819FD3C45}" dt="2021-03-03T13:44:24.516" v="77" actId="20577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37F92C17-470F-4B42-A0D3-F7A819FD3C45}" dt="2021-03-03T13:44:24.516" v="77" actId="20577"/>
          <ac:spMkLst>
            <pc:docMk/>
            <pc:sldMk cId="473911143" sldId="526"/>
            <ac:spMk id="18" creationId="{E002362C-B421-4EF0-AA51-8B065780455A}"/>
          </ac:spMkLst>
        </pc:spChg>
      </pc:sldChg>
      <pc:sldChg chg="addSp delSp modSp add replId">
        <pc:chgData name="Dolores Cuadra Fernández" userId="S::dolores.cuadra@urjc.es::3973a3dd-a11e-44c1-9158-1b4a8d8c39da" providerId="AD" clId="Web-{37F92C17-470F-4B42-A0D3-F7A819FD3C45}" dt="2021-03-03T13:53:27.714" v="176" actId="1076"/>
        <pc:sldMkLst>
          <pc:docMk/>
          <pc:sldMk cId="483684592" sldId="529"/>
        </pc:sldMkLst>
        <pc:spChg chg="mod">
          <ac:chgData name="Dolores Cuadra Fernández" userId="S::dolores.cuadra@urjc.es::3973a3dd-a11e-44c1-9158-1b4a8d8c39da" providerId="AD" clId="Web-{37F92C17-470F-4B42-A0D3-F7A819FD3C45}" dt="2021-03-03T13:53:27.714" v="176" actId="1076"/>
          <ac:spMkLst>
            <pc:docMk/>
            <pc:sldMk cId="483684592" sldId="529"/>
            <ac:spMk id="2" creationId="{00000000-0000-0000-0000-000000000000}"/>
          </ac:spMkLst>
        </pc:spChg>
        <pc:spChg chg="add mod">
          <ac:chgData name="Dolores Cuadra Fernández" userId="S::dolores.cuadra@urjc.es::3973a3dd-a11e-44c1-9158-1b4a8d8c39da" providerId="AD" clId="Web-{37F92C17-470F-4B42-A0D3-F7A819FD3C45}" dt="2021-03-03T13:51:22.774" v="159" actId="1076"/>
          <ac:spMkLst>
            <pc:docMk/>
            <pc:sldMk cId="483684592" sldId="529"/>
            <ac:spMk id="3" creationId="{FC41FD1A-9544-4FB6-9463-0F4EC129C766}"/>
          </ac:spMkLst>
        </pc:spChg>
        <pc:spChg chg="mod">
          <ac:chgData name="Dolores Cuadra Fernández" userId="S::dolores.cuadra@urjc.es::3973a3dd-a11e-44c1-9158-1b4a8d8c39da" providerId="AD" clId="Web-{37F92C17-470F-4B42-A0D3-F7A819FD3C45}" dt="2021-03-03T13:51:15.290" v="157" actId="1076"/>
          <ac:spMkLst>
            <pc:docMk/>
            <pc:sldMk cId="483684592" sldId="529"/>
            <ac:spMk id="5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37F92C17-470F-4B42-A0D3-F7A819FD3C45}" dt="2021-03-03T13:49:36.569" v="142" actId="20577"/>
          <ac:spMkLst>
            <pc:docMk/>
            <pc:sldMk cId="483684592" sldId="529"/>
            <ac:spMk id="8" creationId="{F8F2FB9A-9F1E-49FB-A1AB-EB93EE94416D}"/>
          </ac:spMkLst>
        </pc:spChg>
        <pc:spChg chg="add">
          <ac:chgData name="Dolores Cuadra Fernández" userId="S::dolores.cuadra@urjc.es::3973a3dd-a11e-44c1-9158-1b4a8d8c39da" providerId="AD" clId="Web-{37F92C17-470F-4B42-A0D3-F7A819FD3C45}" dt="2021-03-03T13:50:55.977" v="152"/>
          <ac:spMkLst>
            <pc:docMk/>
            <pc:sldMk cId="483684592" sldId="529"/>
            <ac:spMk id="10" creationId="{65A21C8D-D517-4A3F-B294-557A396A2FC9}"/>
          </ac:spMkLst>
        </pc:spChg>
        <pc:spChg chg="mod">
          <ac:chgData name="Dolores Cuadra Fernández" userId="S::dolores.cuadra@urjc.es::3973a3dd-a11e-44c1-9158-1b4a8d8c39da" providerId="AD" clId="Web-{37F92C17-470F-4B42-A0D3-F7A819FD3C45}" dt="2021-03-03T13:49:40.304" v="144" actId="20577"/>
          <ac:spMkLst>
            <pc:docMk/>
            <pc:sldMk cId="483684592" sldId="529"/>
            <ac:spMk id="15" creationId="{ADDE3484-57E6-4D53-B8F8-63397B3EE38F}"/>
          </ac:spMkLst>
        </pc:spChg>
        <pc:spChg chg="mod">
          <ac:chgData name="Dolores Cuadra Fernández" userId="S::dolores.cuadra@urjc.es::3973a3dd-a11e-44c1-9158-1b4a8d8c39da" providerId="AD" clId="Web-{37F92C17-470F-4B42-A0D3-F7A819FD3C45}" dt="2021-03-03T13:51:17.759" v="158" actId="1076"/>
          <ac:spMkLst>
            <pc:docMk/>
            <pc:sldMk cId="483684592" sldId="529"/>
            <ac:spMk id="23" creationId="{00000000-0000-0000-0000-000000000000}"/>
          </ac:spMkLst>
        </pc:spChg>
        <pc:picChg chg="del mod">
          <ac:chgData name="Dolores Cuadra Fernández" userId="S::dolores.cuadra@urjc.es::3973a3dd-a11e-44c1-9158-1b4a8d8c39da" providerId="AD" clId="Web-{37F92C17-470F-4B42-A0D3-F7A819FD3C45}" dt="2021-03-03T13:48:26.349" v="117"/>
          <ac:picMkLst>
            <pc:docMk/>
            <pc:sldMk cId="483684592" sldId="529"/>
            <ac:picMk id="4" creationId="{374E33A4-9E17-48D4-8579-D9E5237838D8}"/>
          </ac:picMkLst>
        </pc:picChg>
        <pc:picChg chg="del">
          <ac:chgData name="Dolores Cuadra Fernández" userId="S::dolores.cuadra@urjc.es::3973a3dd-a11e-44c1-9158-1b4a8d8c39da" providerId="AD" clId="Web-{37F92C17-470F-4B42-A0D3-F7A819FD3C45}" dt="2021-03-03T13:48:29.458" v="118"/>
          <ac:picMkLst>
            <pc:docMk/>
            <pc:sldMk cId="483684592" sldId="529"/>
            <ac:picMk id="6" creationId="{3F2DBF22-93DD-4042-A6B5-DBD32C3A29AA}"/>
          </ac:picMkLst>
        </pc:picChg>
        <pc:picChg chg="add mod">
          <ac:chgData name="Dolores Cuadra Fernández" userId="S::dolores.cuadra@urjc.es::3973a3dd-a11e-44c1-9158-1b4a8d8c39da" providerId="AD" clId="Web-{37F92C17-470F-4B42-A0D3-F7A819FD3C45}" dt="2021-03-03T13:51:07.899" v="154" actId="1076"/>
          <ac:picMkLst>
            <pc:docMk/>
            <pc:sldMk cId="483684592" sldId="529"/>
            <ac:picMk id="7" creationId="{174C19F8-4C87-47C0-8EC1-E3E8D884E869}"/>
          </ac:picMkLst>
        </pc:picChg>
      </pc:sldChg>
    </pc:docChg>
  </pc:docChgLst>
  <pc:docChgLst>
    <pc:chgData name="María Jesús Algar Díaz" userId="S::mariajesus.algar@urjc.es::dc2b64b8-f97f-4641-883e-c9a3add0d754" providerId="AD" clId="Web-{CEDA4676-E6E4-4029-B085-81A8D3104301}"/>
    <pc:docChg chg="addSld modSld sldOrd">
      <pc:chgData name="María Jesús Algar Díaz" userId="S::mariajesus.algar@urjc.es::dc2b64b8-f97f-4641-883e-c9a3add0d754" providerId="AD" clId="Web-{CEDA4676-E6E4-4029-B085-81A8D3104301}" dt="2022-03-03T14:47:07.129" v="83" actId="20577"/>
      <pc:docMkLst>
        <pc:docMk/>
      </pc:docMkLst>
      <pc:sldChg chg="addSp delSp modSp">
        <pc:chgData name="María Jesús Algar Díaz" userId="S::mariajesus.algar@urjc.es::dc2b64b8-f97f-4641-883e-c9a3add0d754" providerId="AD" clId="Web-{CEDA4676-E6E4-4029-B085-81A8D3104301}" dt="2022-03-03T14:44:00.139" v="2"/>
        <pc:sldMkLst>
          <pc:docMk/>
          <pc:sldMk cId="3017578969" sldId="548"/>
        </pc:sldMkLst>
        <pc:picChg chg="add del mod">
          <ac:chgData name="María Jesús Algar Díaz" userId="S::mariajesus.algar@urjc.es::dc2b64b8-f97f-4641-883e-c9a3add0d754" providerId="AD" clId="Web-{CEDA4676-E6E4-4029-B085-81A8D3104301}" dt="2022-03-03T14:44:00.139" v="2"/>
          <ac:picMkLst>
            <pc:docMk/>
            <pc:sldMk cId="3017578969" sldId="548"/>
            <ac:picMk id="3" creationId="{9151E493-449A-48EE-9B1E-8589A86DB69E}"/>
          </ac:picMkLst>
        </pc:picChg>
      </pc:sldChg>
      <pc:sldChg chg="add ord replId">
        <pc:chgData name="María Jesús Algar Díaz" userId="S::mariajesus.algar@urjc.es::dc2b64b8-f97f-4641-883e-c9a3add0d754" providerId="AD" clId="Web-{CEDA4676-E6E4-4029-B085-81A8D3104301}" dt="2022-03-03T14:44:18.421" v="4"/>
        <pc:sldMkLst>
          <pc:docMk/>
          <pc:sldMk cId="1489011670" sldId="554"/>
        </pc:sldMkLst>
      </pc:sldChg>
      <pc:sldChg chg="addSp delSp modSp add ord replId">
        <pc:chgData name="María Jesús Algar Díaz" userId="S::mariajesus.algar@urjc.es::dc2b64b8-f97f-4641-883e-c9a3add0d754" providerId="AD" clId="Web-{CEDA4676-E6E4-4029-B085-81A8D3104301}" dt="2022-03-03T14:46:52.222" v="77" actId="14100"/>
        <pc:sldMkLst>
          <pc:docMk/>
          <pc:sldMk cId="295087065" sldId="555"/>
        </pc:sldMkLst>
        <pc:spChg chg="add del mod">
          <ac:chgData name="María Jesús Algar Díaz" userId="S::mariajesus.algar@urjc.es::dc2b64b8-f97f-4641-883e-c9a3add0d754" providerId="AD" clId="Web-{CEDA4676-E6E4-4029-B085-81A8D3104301}" dt="2022-03-03T14:46:52.222" v="77" actId="14100"/>
          <ac:spMkLst>
            <pc:docMk/>
            <pc:sldMk cId="295087065" sldId="555"/>
            <ac:spMk id="6147" creationId="{00000000-0000-0000-0000-000000000000}"/>
          </ac:spMkLst>
        </pc:spChg>
        <pc:picChg chg="add del mod">
          <ac:chgData name="María Jesús Algar Díaz" userId="S::mariajesus.algar@urjc.es::dc2b64b8-f97f-4641-883e-c9a3add0d754" providerId="AD" clId="Web-{CEDA4676-E6E4-4029-B085-81A8D3104301}" dt="2022-03-03T14:45:21.517" v="17"/>
          <ac:picMkLst>
            <pc:docMk/>
            <pc:sldMk cId="295087065" sldId="555"/>
            <ac:picMk id="3" creationId="{1299287A-45E4-410C-831D-F23FFB8AB496}"/>
          </ac:picMkLst>
        </pc:picChg>
      </pc:sldChg>
      <pc:sldChg chg="modSp add replId">
        <pc:chgData name="María Jesús Algar Díaz" userId="S::mariajesus.algar@urjc.es::dc2b64b8-f97f-4641-883e-c9a3add0d754" providerId="AD" clId="Web-{CEDA4676-E6E4-4029-B085-81A8D3104301}" dt="2022-03-03T14:47:07.129" v="83" actId="20577"/>
        <pc:sldMkLst>
          <pc:docMk/>
          <pc:sldMk cId="168610129" sldId="556"/>
        </pc:sldMkLst>
        <pc:spChg chg="mod">
          <ac:chgData name="María Jesús Algar Díaz" userId="S::mariajesus.algar@urjc.es::dc2b64b8-f97f-4641-883e-c9a3add0d754" providerId="AD" clId="Web-{CEDA4676-E6E4-4029-B085-81A8D3104301}" dt="2022-03-03T14:47:07.129" v="83" actId="20577"/>
          <ac:spMkLst>
            <pc:docMk/>
            <pc:sldMk cId="168610129" sldId="556"/>
            <ac:spMk id="614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19F09827-4541-4BF0-B59D-9E55CD9C56F8}"/>
    <pc:docChg chg="delSld modSld">
      <pc:chgData name="Dolores Cuadra Fernández" userId="S::dolores.cuadra@urjc.es::3973a3dd-a11e-44c1-9158-1b4a8d8c39da" providerId="AD" clId="Web-{19F09827-4541-4BF0-B59D-9E55CD9C56F8}" dt="2023-03-08T13:18:36.390" v="299" actId="20577"/>
      <pc:docMkLst>
        <pc:docMk/>
      </pc:docMkLst>
      <pc:sldChg chg="modSp">
        <pc:chgData name="Dolores Cuadra Fernández" userId="S::dolores.cuadra@urjc.es::3973a3dd-a11e-44c1-9158-1b4a8d8c39da" providerId="AD" clId="Web-{19F09827-4541-4BF0-B59D-9E55CD9C56F8}" dt="2023-03-08T12:54:57.134" v="6" actId="14100"/>
        <pc:sldMkLst>
          <pc:docMk/>
          <pc:sldMk cId="779758563" sldId="564"/>
        </pc:sldMkLst>
        <pc:spChg chg="mod">
          <ac:chgData name="Dolores Cuadra Fernández" userId="S::dolores.cuadra@urjc.es::3973a3dd-a11e-44c1-9158-1b4a8d8c39da" providerId="AD" clId="Web-{19F09827-4541-4BF0-B59D-9E55CD9C56F8}" dt="2023-03-08T12:54:57.134" v="6" actId="14100"/>
          <ac:spMkLst>
            <pc:docMk/>
            <pc:sldMk cId="779758563" sldId="564"/>
            <ac:spMk id="4" creationId="{3656AE40-2485-AB75-64F4-D8D2E066DC6B}"/>
          </ac:spMkLst>
        </pc:spChg>
      </pc:sldChg>
      <pc:sldChg chg="del">
        <pc:chgData name="Dolores Cuadra Fernández" userId="S::dolores.cuadra@urjc.es::3973a3dd-a11e-44c1-9158-1b4a8d8c39da" providerId="AD" clId="Web-{19F09827-4541-4BF0-B59D-9E55CD9C56F8}" dt="2023-03-08T13:14:24.560" v="38"/>
        <pc:sldMkLst>
          <pc:docMk/>
          <pc:sldMk cId="1550498006" sldId="567"/>
        </pc:sldMkLst>
      </pc:sldChg>
      <pc:sldChg chg="modSp">
        <pc:chgData name="Dolores Cuadra Fernández" userId="S::dolores.cuadra@urjc.es::3973a3dd-a11e-44c1-9158-1b4a8d8c39da" providerId="AD" clId="Web-{19F09827-4541-4BF0-B59D-9E55CD9C56F8}" dt="2023-03-08T13:00:28.517" v="37" actId="20577"/>
        <pc:sldMkLst>
          <pc:docMk/>
          <pc:sldMk cId="2566163461" sldId="581"/>
        </pc:sldMkLst>
        <pc:spChg chg="mod">
          <ac:chgData name="Dolores Cuadra Fernández" userId="S::dolores.cuadra@urjc.es::3973a3dd-a11e-44c1-9158-1b4a8d8c39da" providerId="AD" clId="Web-{19F09827-4541-4BF0-B59D-9E55CD9C56F8}" dt="2023-03-08T13:00:28.517" v="37" actId="20577"/>
          <ac:spMkLst>
            <pc:docMk/>
            <pc:sldMk cId="2566163461" sldId="581"/>
            <ac:spMk id="8" creationId="{8C33A886-1D6C-112F-18B7-C963C5D524A7}"/>
          </ac:spMkLst>
        </pc:spChg>
      </pc:sldChg>
      <pc:sldChg chg="delSp">
        <pc:chgData name="Dolores Cuadra Fernández" userId="S::dolores.cuadra@urjc.es::3973a3dd-a11e-44c1-9158-1b4a8d8c39da" providerId="AD" clId="Web-{19F09827-4541-4BF0-B59D-9E55CD9C56F8}" dt="2023-03-08T12:29:52.152" v="0"/>
        <pc:sldMkLst>
          <pc:docMk/>
          <pc:sldMk cId="988198126" sldId="595"/>
        </pc:sldMkLst>
        <pc:graphicFrameChg chg="del">
          <ac:chgData name="Dolores Cuadra Fernández" userId="S::dolores.cuadra@urjc.es::3973a3dd-a11e-44c1-9158-1b4a8d8c39da" providerId="AD" clId="Web-{19F09827-4541-4BF0-B59D-9E55CD9C56F8}" dt="2023-03-08T12:29:52.152" v="0"/>
          <ac:graphicFrameMkLst>
            <pc:docMk/>
            <pc:sldMk cId="988198126" sldId="595"/>
            <ac:graphicFrameMk id="4" creationId="{4538C40A-C5C2-3328-C096-B0F9E483CAE0}"/>
          </ac:graphicFrameMkLst>
        </pc:graphicFrameChg>
      </pc:sldChg>
      <pc:sldChg chg="modSp">
        <pc:chgData name="Dolores Cuadra Fernández" userId="S::dolores.cuadra@urjc.es::3973a3dd-a11e-44c1-9158-1b4a8d8c39da" providerId="AD" clId="Web-{19F09827-4541-4BF0-B59D-9E55CD9C56F8}" dt="2023-03-08T13:18:36.390" v="299" actId="20577"/>
        <pc:sldMkLst>
          <pc:docMk/>
          <pc:sldMk cId="1586159795" sldId="597"/>
        </pc:sldMkLst>
        <pc:spChg chg="mod">
          <ac:chgData name="Dolores Cuadra Fernández" userId="S::dolores.cuadra@urjc.es::3973a3dd-a11e-44c1-9158-1b4a8d8c39da" providerId="AD" clId="Web-{19F09827-4541-4BF0-B59D-9E55CD9C56F8}" dt="2023-03-08T13:18:36.390" v="299" actId="20577"/>
          <ac:spMkLst>
            <pc:docMk/>
            <pc:sldMk cId="1586159795" sldId="597"/>
            <ac:spMk id="8" creationId="{72484189-B07F-4D36-9BD9-00CB39442DEB}"/>
          </ac:spMkLst>
        </pc:spChg>
        <pc:spChg chg="mod">
          <ac:chgData name="Dolores Cuadra Fernández" userId="S::dolores.cuadra@urjc.es::3973a3dd-a11e-44c1-9158-1b4a8d8c39da" providerId="AD" clId="Web-{19F09827-4541-4BF0-B59D-9E55CD9C56F8}" dt="2023-03-08T13:14:40.514" v="42" actId="20577"/>
          <ac:spMkLst>
            <pc:docMk/>
            <pc:sldMk cId="1586159795" sldId="597"/>
            <ac:spMk id="6146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2E6C0F6D-0594-40E3-B447-4DC92B610378}"/>
    <pc:docChg chg="addSld modSld">
      <pc:chgData name="Oriol Borrás Gené" userId="S::oriol.borras@urjc.es::aea611aa-1d44-4c50-abd0-2064e044183a" providerId="AD" clId="Web-{2E6C0F6D-0594-40E3-B447-4DC92B610378}" dt="2020-02-25T21:47:37.345" v="446"/>
      <pc:docMkLst>
        <pc:docMk/>
      </pc:docMkLst>
      <pc:sldChg chg="modSp">
        <pc:chgData name="Oriol Borrás Gené" userId="S::oriol.borras@urjc.es::aea611aa-1d44-4c50-abd0-2064e044183a" providerId="AD" clId="Web-{2E6C0F6D-0594-40E3-B447-4DC92B610378}" dt="2020-02-25T21:19:36.379" v="33" actId="20577"/>
        <pc:sldMkLst>
          <pc:docMk/>
          <pc:sldMk cId="0" sldId="434"/>
        </pc:sldMkLst>
        <pc:spChg chg="mod">
          <ac:chgData name="Oriol Borrás Gené" userId="S::oriol.borras@urjc.es::aea611aa-1d44-4c50-abd0-2064e044183a" providerId="AD" clId="Web-{2E6C0F6D-0594-40E3-B447-4DC92B610378}" dt="2020-02-25T21:19:36.379" v="33" actId="20577"/>
          <ac:spMkLst>
            <pc:docMk/>
            <pc:sldMk cId="0" sldId="434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2E6C0F6D-0594-40E3-B447-4DC92B610378}" dt="2020-02-25T21:17:43.442" v="12"/>
        <pc:sldMkLst>
          <pc:docMk/>
          <pc:sldMk cId="0" sldId="435"/>
        </pc:sldMkLst>
        <pc:spChg chg="mod">
          <ac:chgData name="Oriol Borrás Gené" userId="S::oriol.borras@urjc.es::aea611aa-1d44-4c50-abd0-2064e044183a" providerId="AD" clId="Web-{2E6C0F6D-0594-40E3-B447-4DC92B610378}" dt="2020-02-25T21:17:43.442" v="12"/>
          <ac:spMkLst>
            <pc:docMk/>
            <pc:sldMk cId="0" sldId="435"/>
            <ac:spMk id="8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2E6C0F6D-0594-40E3-B447-4DC92B610378}" dt="2020-02-25T21:32:29.706" v="153"/>
        <pc:sldMkLst>
          <pc:docMk/>
          <pc:sldMk cId="0" sldId="436"/>
        </pc:sldMkLst>
        <pc:spChg chg="add del mod">
          <ac:chgData name="Oriol Borrás Gené" userId="S::oriol.borras@urjc.es::aea611aa-1d44-4c50-abd0-2064e044183a" providerId="AD" clId="Web-{2E6C0F6D-0594-40E3-B447-4DC92B610378}" dt="2020-02-25T21:29:32.472" v="149"/>
          <ac:spMkLst>
            <pc:docMk/>
            <pc:sldMk cId="0" sldId="436"/>
            <ac:spMk id="6" creationId="{39A93FC6-435F-4B07-AA43-907C261890B4}"/>
          </ac:spMkLst>
        </pc:spChg>
        <pc:spChg chg="add del mod">
          <ac:chgData name="Oriol Borrás Gené" userId="S::oriol.borras@urjc.es::aea611aa-1d44-4c50-abd0-2064e044183a" providerId="AD" clId="Web-{2E6C0F6D-0594-40E3-B447-4DC92B610378}" dt="2020-02-25T21:32:29.706" v="153"/>
          <ac:spMkLst>
            <pc:docMk/>
            <pc:sldMk cId="0" sldId="436"/>
            <ac:spMk id="8" creationId="{A49A8485-44E3-4172-A911-142E69B25D3E}"/>
          </ac:spMkLst>
        </pc:spChg>
        <pc:picChg chg="add mod">
          <ac:chgData name="Oriol Borrás Gené" userId="S::oriol.borras@urjc.es::aea611aa-1d44-4c50-abd0-2064e044183a" providerId="AD" clId="Web-{2E6C0F6D-0594-40E3-B447-4DC92B610378}" dt="2020-02-25T21:21:08.817" v="39" actId="14100"/>
          <ac:picMkLst>
            <pc:docMk/>
            <pc:sldMk cId="0" sldId="436"/>
            <ac:picMk id="3" creationId="{B80A70C3-97FC-44E6-AD00-4812C7034119}"/>
          </ac:picMkLst>
        </pc:picChg>
        <pc:picChg chg="del mod">
          <ac:chgData name="Oriol Borrás Gené" userId="S::oriol.borras@urjc.es::aea611aa-1d44-4c50-abd0-2064e044183a" providerId="AD" clId="Web-{2E6C0F6D-0594-40E3-B447-4DC92B610378}" dt="2020-02-25T21:21:17.270" v="40"/>
          <ac:picMkLst>
            <pc:docMk/>
            <pc:sldMk cId="0" sldId="436"/>
            <ac:picMk id="4" creationId="{00000000-0000-0000-0000-000000000000}"/>
          </ac:picMkLst>
        </pc:picChg>
      </pc:sldChg>
      <pc:sldChg chg="modSp">
        <pc:chgData name="Oriol Borrás Gené" userId="S::oriol.borras@urjc.es::aea611aa-1d44-4c50-abd0-2064e044183a" providerId="AD" clId="Web-{2E6C0F6D-0594-40E3-B447-4DC92B610378}" dt="2020-02-25T21:47:31.673" v="433" actId="20577"/>
        <pc:sldMkLst>
          <pc:docMk/>
          <pc:sldMk cId="0" sldId="437"/>
        </pc:sldMkLst>
        <pc:spChg chg="mod">
          <ac:chgData name="Oriol Borrás Gené" userId="S::oriol.borras@urjc.es::aea611aa-1d44-4c50-abd0-2064e044183a" providerId="AD" clId="Web-{2E6C0F6D-0594-40E3-B447-4DC92B610378}" dt="2020-02-25T21:47:31.673" v="433" actId="20577"/>
          <ac:spMkLst>
            <pc:docMk/>
            <pc:sldMk cId="0" sldId="437"/>
            <ac:spMk id="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2E6C0F6D-0594-40E3-B447-4DC92B610378}" dt="2020-02-25T21:46:17.189" v="405" actId="20577"/>
        <pc:sldMkLst>
          <pc:docMk/>
          <pc:sldMk cId="0" sldId="438"/>
        </pc:sldMkLst>
        <pc:spChg chg="mod">
          <ac:chgData name="Oriol Borrás Gené" userId="S::oriol.borras@urjc.es::aea611aa-1d44-4c50-abd0-2064e044183a" providerId="AD" clId="Web-{2E6C0F6D-0594-40E3-B447-4DC92B610378}" dt="2020-02-25T21:46:17.189" v="405" actId="20577"/>
          <ac:spMkLst>
            <pc:docMk/>
            <pc:sldMk cId="0" sldId="438"/>
            <ac:spMk id="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2E6C0F6D-0594-40E3-B447-4DC92B610378}" dt="2020-02-25T21:28:58.128" v="146" actId="1076"/>
        <pc:sldMkLst>
          <pc:docMk/>
          <pc:sldMk cId="0" sldId="439"/>
        </pc:sldMkLst>
        <pc:spChg chg="add del mod">
          <ac:chgData name="Oriol Borrás Gené" userId="S::oriol.borras@urjc.es::aea611aa-1d44-4c50-abd0-2064e044183a" providerId="AD" clId="Web-{2E6C0F6D-0594-40E3-B447-4DC92B610378}" dt="2020-02-25T21:28:03.034" v="119"/>
          <ac:spMkLst>
            <pc:docMk/>
            <pc:sldMk cId="0" sldId="439"/>
            <ac:spMk id="6" creationId="{753D70BC-2EF8-4E5C-BFE8-91E2798F1BFC}"/>
          </ac:spMkLst>
        </pc:spChg>
        <pc:spChg chg="add mod">
          <ac:chgData name="Oriol Borrás Gené" userId="S::oriol.borras@urjc.es::aea611aa-1d44-4c50-abd0-2064e044183a" providerId="AD" clId="Web-{2E6C0F6D-0594-40E3-B447-4DC92B610378}" dt="2020-02-25T21:28:24.581" v="130" actId="20577"/>
          <ac:spMkLst>
            <pc:docMk/>
            <pc:sldMk cId="0" sldId="439"/>
            <ac:spMk id="7" creationId="{E2ED952C-CA39-4FE5-9ED0-3F24B4CD5F30}"/>
          </ac:spMkLst>
        </pc:spChg>
        <pc:spChg chg="add mod">
          <ac:chgData name="Oriol Borrás Gené" userId="S::oriol.borras@urjc.es::aea611aa-1d44-4c50-abd0-2064e044183a" providerId="AD" clId="Web-{2E6C0F6D-0594-40E3-B447-4DC92B610378}" dt="2020-02-25T21:28:58.128" v="146" actId="1076"/>
          <ac:spMkLst>
            <pc:docMk/>
            <pc:sldMk cId="0" sldId="439"/>
            <ac:spMk id="9" creationId="{60340C4A-41AA-461F-8518-6863AC1CABF7}"/>
          </ac:spMkLst>
        </pc:spChg>
        <pc:spChg chg="add mod">
          <ac:chgData name="Oriol Borrás Gené" userId="S::oriol.borras@urjc.es::aea611aa-1d44-4c50-abd0-2064e044183a" providerId="AD" clId="Web-{2E6C0F6D-0594-40E3-B447-4DC92B610378}" dt="2020-02-25T21:28:39.565" v="138" actId="20577"/>
          <ac:spMkLst>
            <pc:docMk/>
            <pc:sldMk cId="0" sldId="439"/>
            <ac:spMk id="11" creationId="{6C8747FE-97EE-4894-AF37-F5F65D555A84}"/>
          </ac:spMkLst>
        </pc:spChg>
        <pc:spChg chg="add mod">
          <ac:chgData name="Oriol Borrás Gené" userId="S::oriol.borras@urjc.es::aea611aa-1d44-4c50-abd0-2064e044183a" providerId="AD" clId="Web-{2E6C0F6D-0594-40E3-B447-4DC92B610378}" dt="2020-02-25T21:28:51.737" v="144" actId="20577"/>
          <ac:spMkLst>
            <pc:docMk/>
            <pc:sldMk cId="0" sldId="439"/>
            <ac:spMk id="13" creationId="{84068A8A-A1C6-49BB-9FB5-A3F102F62311}"/>
          </ac:spMkLst>
        </pc:spChg>
        <pc:spChg chg="mod">
          <ac:chgData name="Oriol Borrás Gené" userId="S::oriol.borras@urjc.es::aea611aa-1d44-4c50-abd0-2064e044183a" providerId="AD" clId="Web-{2E6C0F6D-0594-40E3-B447-4DC92B610378}" dt="2020-02-25T21:28:10.691" v="123" actId="20577"/>
          <ac:spMkLst>
            <pc:docMk/>
            <pc:sldMk cId="0" sldId="439"/>
            <ac:spMk id="23" creationId="{00000000-0000-0000-0000-000000000000}"/>
          </ac:spMkLst>
        </pc:spChg>
        <pc:picChg chg="add mod">
          <ac:chgData name="Oriol Borrás Gené" userId="S::oriol.borras@urjc.es::aea611aa-1d44-4c50-abd0-2064e044183a" providerId="AD" clId="Web-{2E6C0F6D-0594-40E3-B447-4DC92B610378}" dt="2020-02-25T21:27:25.659" v="112" actId="14100"/>
          <ac:picMkLst>
            <pc:docMk/>
            <pc:sldMk cId="0" sldId="439"/>
            <ac:picMk id="3" creationId="{3254677A-45DE-42BA-AB5D-86949026C16A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6:26.331" v="102"/>
          <ac:picMkLst>
            <pc:docMk/>
            <pc:sldMk cId="0" sldId="439"/>
            <ac:picMk id="4" creationId="{00000000-0000-0000-0000-000000000000}"/>
          </ac:picMkLst>
        </pc:picChg>
      </pc:sldChg>
      <pc:sldChg chg="addSp delSp modSp">
        <pc:chgData name="Oriol Borrás Gené" userId="S::oriol.borras@urjc.es::aea611aa-1d44-4c50-abd0-2064e044183a" providerId="AD" clId="Web-{2E6C0F6D-0594-40E3-B447-4DC92B610378}" dt="2020-02-25T21:27:07.816" v="108" actId="14100"/>
        <pc:sldMkLst>
          <pc:docMk/>
          <pc:sldMk cId="0" sldId="440"/>
        </pc:sldMkLst>
        <pc:spChg chg="mod">
          <ac:chgData name="Oriol Borrás Gené" userId="S::oriol.borras@urjc.es::aea611aa-1d44-4c50-abd0-2064e044183a" providerId="AD" clId="Web-{2E6C0F6D-0594-40E3-B447-4DC92B610378}" dt="2020-02-25T21:24:41.066" v="82" actId="20577"/>
          <ac:spMkLst>
            <pc:docMk/>
            <pc:sldMk cId="0" sldId="440"/>
            <ac:spMk id="23" creationId="{00000000-0000-0000-0000-000000000000}"/>
          </ac:spMkLst>
        </pc:spChg>
        <pc:picChg chg="del">
          <ac:chgData name="Oriol Borrás Gené" userId="S::oriol.borras@urjc.es::aea611aa-1d44-4c50-abd0-2064e044183a" providerId="AD" clId="Web-{2E6C0F6D-0594-40E3-B447-4DC92B610378}" dt="2020-02-25T21:26:50.519" v="103"/>
          <ac:picMkLst>
            <pc:docMk/>
            <pc:sldMk cId="0" sldId="440"/>
            <ac:picMk id="3" creationId="{00000000-0000-0000-0000-000000000000}"/>
          </ac:picMkLst>
        </pc:picChg>
        <pc:picChg chg="add mod">
          <ac:chgData name="Oriol Borrás Gené" userId="S::oriol.borras@urjc.es::aea611aa-1d44-4c50-abd0-2064e044183a" providerId="AD" clId="Web-{2E6C0F6D-0594-40E3-B447-4DC92B610378}" dt="2020-02-25T21:27:07.816" v="108" actId="14100"/>
          <ac:picMkLst>
            <pc:docMk/>
            <pc:sldMk cId="0" sldId="440"/>
            <ac:picMk id="4" creationId="{ACF11C4C-D31E-4BFD-8C4B-E2F97019CDE1}"/>
          </ac:picMkLst>
        </pc:picChg>
        <pc:picChg chg="mod">
          <ac:chgData name="Oriol Borrás Gené" userId="S::oriol.borras@urjc.es::aea611aa-1d44-4c50-abd0-2064e044183a" providerId="AD" clId="Web-{2E6C0F6D-0594-40E3-B447-4DC92B610378}" dt="2020-02-25T21:26:54.222" v="105" actId="1076"/>
          <ac:picMkLst>
            <pc:docMk/>
            <pc:sldMk cId="0" sldId="440"/>
            <ac:picMk id="5" creationId="{00000000-0000-0000-0000-000000000000}"/>
          </ac:picMkLst>
        </pc:picChg>
      </pc:sldChg>
      <pc:sldChg chg="modSp">
        <pc:chgData name="Oriol Borrás Gené" userId="S::oriol.borras@urjc.es::aea611aa-1d44-4c50-abd0-2064e044183a" providerId="AD" clId="Web-{2E6C0F6D-0594-40E3-B447-4DC92B610378}" dt="2020-02-25T21:24:48.379" v="95" actId="20577"/>
        <pc:sldMkLst>
          <pc:docMk/>
          <pc:sldMk cId="0" sldId="441"/>
        </pc:sldMkLst>
        <pc:spChg chg="mod">
          <ac:chgData name="Oriol Borrás Gené" userId="S::oriol.borras@urjc.es::aea611aa-1d44-4c50-abd0-2064e044183a" providerId="AD" clId="Web-{2E6C0F6D-0594-40E3-B447-4DC92B610378}" dt="2020-02-25T21:24:48.379" v="95" actId="20577"/>
          <ac:spMkLst>
            <pc:docMk/>
            <pc:sldMk cId="0" sldId="44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2E6C0F6D-0594-40E3-B447-4DC92B610378}" dt="2020-02-25T21:24:51.057" v="99" actId="20577"/>
        <pc:sldMkLst>
          <pc:docMk/>
          <pc:sldMk cId="0" sldId="442"/>
        </pc:sldMkLst>
        <pc:spChg chg="mod">
          <ac:chgData name="Oriol Borrás Gené" userId="S::oriol.borras@urjc.es::aea611aa-1d44-4c50-abd0-2064e044183a" providerId="AD" clId="Web-{2E6C0F6D-0594-40E3-B447-4DC92B610378}" dt="2020-02-25T21:24:51.057" v="99" actId="20577"/>
          <ac:spMkLst>
            <pc:docMk/>
            <pc:sldMk cId="0" sldId="442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2E6C0F6D-0594-40E3-B447-4DC92B610378}" dt="2020-02-25T21:39:20.893" v="182" actId="20577"/>
        <pc:sldMkLst>
          <pc:docMk/>
          <pc:sldMk cId="760049834" sldId="494"/>
        </pc:sldMkLst>
        <pc:spChg chg="mod">
          <ac:chgData name="Oriol Borrás Gené" userId="S::oriol.borras@urjc.es::aea611aa-1d44-4c50-abd0-2064e044183a" providerId="AD" clId="Web-{2E6C0F6D-0594-40E3-B447-4DC92B610378}" dt="2020-02-25T21:39:20.893" v="182" actId="20577"/>
          <ac:spMkLst>
            <pc:docMk/>
            <pc:sldMk cId="760049834" sldId="494"/>
            <ac:spMk id="3" creationId="{6672C3C5-C000-4E72-8C8B-C0634E04314B}"/>
          </ac:spMkLst>
        </pc:spChg>
      </pc:sldChg>
      <pc:sldChg chg="addSp delSp modSp add replId">
        <pc:chgData name="Oriol Borrás Gené" userId="S::oriol.borras@urjc.es::aea611aa-1d44-4c50-abd0-2064e044183a" providerId="AD" clId="Web-{2E6C0F6D-0594-40E3-B447-4DC92B610378}" dt="2020-02-25T21:23:10.832" v="59" actId="1076"/>
        <pc:sldMkLst>
          <pc:docMk/>
          <pc:sldMk cId="993144657" sldId="495"/>
        </pc:sldMkLst>
        <pc:spChg chg="del">
          <ac:chgData name="Oriol Borrás Gené" userId="S::oriol.borras@urjc.es::aea611aa-1d44-4c50-abd0-2064e044183a" providerId="AD" clId="Web-{2E6C0F6D-0594-40E3-B447-4DC92B610378}" dt="2020-02-25T21:22:16.270" v="47"/>
          <ac:spMkLst>
            <pc:docMk/>
            <pc:sldMk cId="993144657" sldId="495"/>
            <ac:spMk id="5" creationId="{5FEA0655-5C18-4480-9204-32926304ABCB}"/>
          </ac:spMkLst>
        </pc:spChg>
        <pc:picChg chg="add mod">
          <ac:chgData name="Oriol Borrás Gené" userId="S::oriol.borras@urjc.es::aea611aa-1d44-4c50-abd0-2064e044183a" providerId="AD" clId="Web-{2E6C0F6D-0594-40E3-B447-4DC92B610378}" dt="2020-02-25T21:23:08.832" v="58" actId="14100"/>
          <ac:picMkLst>
            <pc:docMk/>
            <pc:sldMk cId="993144657" sldId="495"/>
            <ac:picMk id="3" creationId="{1A4CB35C-750A-431A-BDBA-121A7F891963}"/>
          </ac:picMkLst>
        </pc:picChg>
        <pc:picChg chg="add mod">
          <ac:chgData name="Oriol Borrás Gené" userId="S::oriol.borras@urjc.es::aea611aa-1d44-4c50-abd0-2064e044183a" providerId="AD" clId="Web-{2E6C0F6D-0594-40E3-B447-4DC92B610378}" dt="2020-02-25T21:23:10.832" v="59" actId="1076"/>
          <ac:picMkLst>
            <pc:docMk/>
            <pc:sldMk cId="993144657" sldId="495"/>
            <ac:picMk id="6" creationId="{31D1749C-3421-4A02-B735-EBAF234A3B6D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09.973" v="42"/>
          <ac:picMkLst>
            <pc:docMk/>
            <pc:sldMk cId="993144657" sldId="495"/>
            <ac:picMk id="7" creationId="{1C033C9A-8C37-472E-869A-7303BF18D395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13.504" v="45"/>
          <ac:picMkLst>
            <pc:docMk/>
            <pc:sldMk cId="993144657" sldId="495"/>
            <ac:picMk id="10" creationId="{953B8261-30FD-4B43-8ED1-BE0D719A0DCB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12.098" v="44"/>
          <ac:picMkLst>
            <pc:docMk/>
            <pc:sldMk cId="993144657" sldId="495"/>
            <ac:picMk id="12" creationId="{F1F24D40-6079-42B7-8923-AA25A7FA4204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11.410" v="43"/>
          <ac:picMkLst>
            <pc:docMk/>
            <pc:sldMk cId="993144657" sldId="495"/>
            <ac:picMk id="14" creationId="{A2778D22-17EA-4BEA-89E5-3DBCA424FDD0}"/>
          </ac:picMkLst>
        </pc:picChg>
        <pc:picChg chg="del">
          <ac:chgData name="Oriol Borrás Gené" userId="S::oriol.borras@urjc.es::aea611aa-1d44-4c50-abd0-2064e044183a" providerId="AD" clId="Web-{2E6C0F6D-0594-40E3-B447-4DC92B610378}" dt="2020-02-25T21:22:14.426" v="46"/>
          <ac:picMkLst>
            <pc:docMk/>
            <pc:sldMk cId="993144657" sldId="495"/>
            <ac:picMk id="16" creationId="{1C1A37E1-2FF4-43BB-800A-7A78C5A7CC32}"/>
          </ac:picMkLst>
        </pc:picChg>
      </pc:sldChg>
      <pc:sldChg chg="addSp delSp modSp add replId">
        <pc:chgData name="Oriol Borrás Gené" userId="S::oriol.borras@urjc.es::aea611aa-1d44-4c50-abd0-2064e044183a" providerId="AD" clId="Web-{2E6C0F6D-0594-40E3-B447-4DC92B610378}" dt="2020-02-25T21:47:37.345" v="446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2E6C0F6D-0594-40E3-B447-4DC92B610378}" dt="2020-02-25T21:47:34.626" v="439" actId="20577"/>
          <ac:spMkLst>
            <pc:docMk/>
            <pc:sldMk cId="3868182944" sldId="496"/>
            <ac:spMk id="3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2E6C0F6D-0594-40E3-B447-4DC92B610378}" dt="2020-02-25T21:47:37.345" v="445"/>
          <ac:spMkLst>
            <pc:docMk/>
            <pc:sldMk cId="3868182944" sldId="496"/>
            <ac:spMk id="6" creationId="{596057E9-171B-46C0-9B4F-3558F00BC213}"/>
          </ac:spMkLst>
        </pc:spChg>
        <pc:graphicFrameChg chg="add del mod">
          <ac:chgData name="Oriol Borrás Gené" userId="S::oriol.borras@urjc.es::aea611aa-1d44-4c50-abd0-2064e044183a" providerId="AD" clId="Web-{2E6C0F6D-0594-40E3-B447-4DC92B610378}" dt="2020-02-25T21:47:37.345" v="446"/>
          <ac:graphicFrameMkLst>
            <pc:docMk/>
            <pc:sldMk cId="3868182944" sldId="496"/>
            <ac:graphicFrameMk id="5" creationId="{956B9A20-8F53-4CFD-BD2D-05CE7FBDB2BC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5CCBD107-2FE8-48C0-9017-70A8B55ACD44}"/>
    <pc:docChg chg="modSld">
      <pc:chgData name="Dolores Cuadra Fernández" userId="S::dolores.cuadra@urjc.es::3973a3dd-a11e-44c1-9158-1b4a8d8c39da" providerId="AD" clId="Web-{5CCBD107-2FE8-48C0-9017-70A8B55ACD44}" dt="2023-03-07T20:33:40.466" v="92" actId="1076"/>
      <pc:docMkLst>
        <pc:docMk/>
      </pc:docMkLst>
      <pc:sldChg chg="modSp">
        <pc:chgData name="Dolores Cuadra Fernández" userId="S::dolores.cuadra@urjc.es::3973a3dd-a11e-44c1-9158-1b4a8d8c39da" providerId="AD" clId="Web-{5CCBD107-2FE8-48C0-9017-70A8B55ACD44}" dt="2023-03-07T19:44:16.426" v="2" actId="20577"/>
        <pc:sldMkLst>
          <pc:docMk/>
          <pc:sldMk cId="779758563" sldId="564"/>
        </pc:sldMkLst>
        <pc:spChg chg="mod">
          <ac:chgData name="Dolores Cuadra Fernández" userId="S::dolores.cuadra@urjc.es::3973a3dd-a11e-44c1-9158-1b4a8d8c39da" providerId="AD" clId="Web-{5CCBD107-2FE8-48C0-9017-70A8B55ACD44}" dt="2023-03-07T19:44:16.426" v="2" actId="20577"/>
          <ac:spMkLst>
            <pc:docMk/>
            <pc:sldMk cId="779758563" sldId="564"/>
            <ac:spMk id="4" creationId="{3656AE40-2485-AB75-64F4-D8D2E066DC6B}"/>
          </ac:spMkLst>
        </pc:spChg>
      </pc:sldChg>
      <pc:sldChg chg="modSp">
        <pc:chgData name="Dolores Cuadra Fernández" userId="S::dolores.cuadra@urjc.es::3973a3dd-a11e-44c1-9158-1b4a8d8c39da" providerId="AD" clId="Web-{5CCBD107-2FE8-48C0-9017-70A8B55ACD44}" dt="2023-03-07T20:33:40.466" v="92" actId="1076"/>
        <pc:sldMkLst>
          <pc:docMk/>
          <pc:sldMk cId="2494541123" sldId="580"/>
        </pc:sldMkLst>
        <pc:spChg chg="mod">
          <ac:chgData name="Dolores Cuadra Fernández" userId="S::dolores.cuadra@urjc.es::3973a3dd-a11e-44c1-9158-1b4a8d8c39da" providerId="AD" clId="Web-{5CCBD107-2FE8-48C0-9017-70A8B55ACD44}" dt="2023-03-07T20:29:46.941" v="55" actId="20577"/>
          <ac:spMkLst>
            <pc:docMk/>
            <pc:sldMk cId="2494541123" sldId="580"/>
            <ac:spMk id="3" creationId="{8B2E1B5B-F1F0-5A93-F5EA-786382B762F9}"/>
          </ac:spMkLst>
        </pc:spChg>
        <pc:spChg chg="mod">
          <ac:chgData name="Dolores Cuadra Fernández" userId="S::dolores.cuadra@urjc.es::3973a3dd-a11e-44c1-9158-1b4a8d8c39da" providerId="AD" clId="Web-{5CCBD107-2FE8-48C0-9017-70A8B55ACD44}" dt="2023-03-07T20:33:40.466" v="92" actId="1076"/>
          <ac:spMkLst>
            <pc:docMk/>
            <pc:sldMk cId="2494541123" sldId="580"/>
            <ac:spMk id="4" creationId="{0A2EAEF6-B764-BF46-31B8-BEEF8E2001A1}"/>
          </ac:spMkLst>
        </pc:spChg>
        <pc:spChg chg="mod">
          <ac:chgData name="Dolores Cuadra Fernández" userId="S::dolores.cuadra@urjc.es::3973a3dd-a11e-44c1-9158-1b4a8d8c39da" providerId="AD" clId="Web-{5CCBD107-2FE8-48C0-9017-70A8B55ACD44}" dt="2023-03-07T20:33:38.559" v="91" actId="1076"/>
          <ac:spMkLst>
            <pc:docMk/>
            <pc:sldMk cId="2494541123" sldId="580"/>
            <ac:spMk id="5" creationId="{543F0EDE-EED8-F8DE-4B01-E93E977ED77D}"/>
          </ac:spMkLst>
        </pc:spChg>
      </pc:sldChg>
      <pc:sldChg chg="modSp">
        <pc:chgData name="Dolores Cuadra Fernández" userId="S::dolores.cuadra@urjc.es::3973a3dd-a11e-44c1-9158-1b4a8d8c39da" providerId="AD" clId="Web-{5CCBD107-2FE8-48C0-9017-70A8B55ACD44}" dt="2023-03-07T19:55:04.355" v="22" actId="20577"/>
        <pc:sldMkLst>
          <pc:docMk/>
          <pc:sldMk cId="2566163461" sldId="581"/>
        </pc:sldMkLst>
        <pc:spChg chg="mod">
          <ac:chgData name="Dolores Cuadra Fernández" userId="S::dolores.cuadra@urjc.es::3973a3dd-a11e-44c1-9158-1b4a8d8c39da" providerId="AD" clId="Web-{5CCBD107-2FE8-48C0-9017-70A8B55ACD44}" dt="2023-03-07T19:55:04.355" v="22" actId="20577"/>
          <ac:spMkLst>
            <pc:docMk/>
            <pc:sldMk cId="2566163461" sldId="581"/>
            <ac:spMk id="4" creationId="{3656AE40-2485-AB75-64F4-D8D2E066DC6B}"/>
          </ac:spMkLst>
        </pc:spChg>
      </pc:sldChg>
    </pc:docChg>
  </pc:docChgLst>
  <pc:docChgLst>
    <pc:chgData name="etsii subdireccion.oa" userId="S::etsii.subdireccion.oa@urjc.es::172d4a83-4cd0-47f1-a2b7-8e2e04debd23" providerId="AD" clId="Web-{52672453-83CD-F5E4-B5CB-87B5B85E0C8F}"/>
    <pc:docChg chg="modSld">
      <pc:chgData name="etsii subdireccion.oa" userId="S::etsii.subdireccion.oa@urjc.es::172d4a83-4cd0-47f1-a2b7-8e2e04debd23" providerId="AD" clId="Web-{52672453-83CD-F5E4-B5CB-87B5B85E0C8F}" dt="2024-02-20T08:45:34.756" v="1" actId="20577"/>
      <pc:docMkLst>
        <pc:docMk/>
      </pc:docMkLst>
      <pc:sldChg chg="modSp">
        <pc:chgData name="etsii subdireccion.oa" userId="S::etsii.subdireccion.oa@urjc.es::172d4a83-4cd0-47f1-a2b7-8e2e04debd23" providerId="AD" clId="Web-{52672453-83CD-F5E4-B5CB-87B5B85E0C8F}" dt="2024-02-20T08:45:34.756" v="1" actId="20577"/>
        <pc:sldMkLst>
          <pc:docMk/>
          <pc:sldMk cId="0" sldId="372"/>
        </pc:sldMkLst>
        <pc:spChg chg="mod">
          <ac:chgData name="etsii subdireccion.oa" userId="S::etsii.subdireccion.oa@urjc.es::172d4a83-4cd0-47f1-a2b7-8e2e04debd23" providerId="AD" clId="Web-{52672453-83CD-F5E4-B5CB-87B5B85E0C8F}" dt="2024-02-20T08:45:34.756" v="1" actId="20577"/>
          <ac:spMkLst>
            <pc:docMk/>
            <pc:sldMk cId="0" sldId="372"/>
            <ac:spMk id="2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03B1A8A1-57BE-4337-B1BC-B745F3E49FF2}"/>
    <pc:docChg chg="addSld modSld">
      <pc:chgData name="Oriol Borrás Gené" userId="S::oriol.borras@urjc.es::aea611aa-1d44-4c50-abd0-2064e044183a" providerId="AD" clId="Web-{03B1A8A1-57BE-4337-B1BC-B745F3E49FF2}" dt="2020-02-25T20:22:41.667" v="511"/>
      <pc:docMkLst>
        <pc:docMk/>
      </pc:docMkLst>
      <pc:sldChg chg="addSp modSp">
        <pc:chgData name="Oriol Borrás Gené" userId="S::oriol.borras@urjc.es::aea611aa-1d44-4c50-abd0-2064e044183a" providerId="AD" clId="Web-{03B1A8A1-57BE-4337-B1BC-B745F3E49FF2}" dt="2020-02-25T19:59:24.225" v="17" actId="1076"/>
        <pc:sldMkLst>
          <pc:docMk/>
          <pc:sldMk cId="0" sldId="431"/>
        </pc:sldMkLst>
        <pc:spChg chg="add mod">
          <ac:chgData name="Oriol Borrás Gené" userId="S::oriol.borras@urjc.es::aea611aa-1d44-4c50-abd0-2064e044183a" providerId="AD" clId="Web-{03B1A8A1-57BE-4337-B1BC-B745F3E49FF2}" dt="2020-02-25T19:59:24.225" v="17" actId="1076"/>
          <ac:spMkLst>
            <pc:docMk/>
            <pc:sldMk cId="0" sldId="431"/>
            <ac:spMk id="3" creationId="{A72CF0B6-AFCD-44A1-A15B-883E3471DE60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19:59:20.850" v="16" actId="1076"/>
          <ac:spMkLst>
            <pc:docMk/>
            <pc:sldMk cId="0" sldId="431"/>
            <ac:spMk id="6" creationId="{91A36B84-B81E-489D-974A-16DC60BF316F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19:59:15.147" v="15" actId="20577"/>
          <ac:spMkLst>
            <pc:docMk/>
            <pc:sldMk cId="0" sldId="431"/>
            <ac:spMk id="8" creationId="{E3FD54F5-CD95-4E6B-B65A-ED6B22928587}"/>
          </ac:spMkLst>
        </pc:spChg>
      </pc:sldChg>
      <pc:sldChg chg="addSp delSp modSp">
        <pc:chgData name="Oriol Borrás Gené" userId="S::oriol.borras@urjc.es::aea611aa-1d44-4c50-abd0-2064e044183a" providerId="AD" clId="Web-{03B1A8A1-57BE-4337-B1BC-B745F3E49FF2}" dt="2020-02-25T20:18:12.181" v="455" actId="1076"/>
        <pc:sldMkLst>
          <pc:docMk/>
          <pc:sldMk cId="0" sldId="432"/>
        </pc:sldMkLst>
        <pc:spChg chg="mod">
          <ac:chgData name="Oriol Borrás Gené" userId="S::oriol.borras@urjc.es::aea611aa-1d44-4c50-abd0-2064e044183a" providerId="AD" clId="Web-{03B1A8A1-57BE-4337-B1BC-B745F3E49FF2}" dt="2020-02-25T20:17:55.416" v="451" actId="1076"/>
          <ac:spMkLst>
            <pc:docMk/>
            <pc:sldMk cId="0" sldId="432"/>
            <ac:spMk id="6" creationId="{00000000-0000-0000-0000-000000000000}"/>
          </ac:spMkLst>
        </pc:spChg>
        <pc:spChg chg="mod">
          <ac:chgData name="Oriol Borrás Gené" userId="S::oriol.borras@urjc.es::aea611aa-1d44-4c50-abd0-2064e044183a" providerId="AD" clId="Web-{03B1A8A1-57BE-4337-B1BC-B745F3E49FF2}" dt="2020-02-25T20:18:07.978" v="454" actId="1076"/>
          <ac:spMkLst>
            <pc:docMk/>
            <pc:sldMk cId="0" sldId="432"/>
            <ac:spMk id="7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03B1A8A1-57BE-4337-B1BC-B745F3E49FF2}" dt="2020-02-25T20:16:32.119" v="416"/>
          <ac:spMkLst>
            <pc:docMk/>
            <pc:sldMk cId="0" sldId="432"/>
            <ac:spMk id="10" creationId="{A415DDA3-8393-48EB-8D5D-43709D6E01DC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8:12.181" v="455" actId="1076"/>
          <ac:spMkLst>
            <pc:docMk/>
            <pc:sldMk cId="0" sldId="432"/>
            <ac:spMk id="12" creationId="{86D6595E-44AA-4FC9-8CFC-CF6D3F88E530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7:43.228" v="448" actId="20577"/>
          <ac:spMkLst>
            <pc:docMk/>
            <pc:sldMk cId="0" sldId="432"/>
            <ac:spMk id="13" creationId="{E61BE9D4-A54B-4D3A-AA16-13C07D53520C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7:33.400" v="438" actId="20577"/>
          <ac:spMkLst>
            <pc:docMk/>
            <pc:sldMk cId="0" sldId="432"/>
            <ac:spMk id="14" creationId="{52E00283-073A-455D-8DD0-ACB34A103065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7:26.463" v="433" actId="20577"/>
          <ac:spMkLst>
            <pc:docMk/>
            <pc:sldMk cId="0" sldId="432"/>
            <ac:spMk id="15" creationId="{4A2904CF-E76F-4C20-AB37-12F863D2F39A}"/>
          </ac:spMkLst>
        </pc:spChg>
        <pc:picChg chg="add mod ord">
          <ac:chgData name="Oriol Borrás Gené" userId="S::oriol.borras@urjc.es::aea611aa-1d44-4c50-abd0-2064e044183a" providerId="AD" clId="Web-{03B1A8A1-57BE-4337-B1BC-B745F3E49FF2}" dt="2020-02-25T20:17:52.697" v="450" actId="14100"/>
          <ac:picMkLst>
            <pc:docMk/>
            <pc:sldMk cId="0" sldId="432"/>
            <ac:picMk id="3" creationId="{945FFF66-E899-4ECC-987A-254FD4A3C741}"/>
          </ac:picMkLst>
        </pc:picChg>
      </pc:sldChg>
      <pc:sldChg chg="addSp delSp modSp">
        <pc:chgData name="Oriol Borrás Gené" userId="S::oriol.borras@urjc.es::aea611aa-1d44-4c50-abd0-2064e044183a" providerId="AD" clId="Web-{03B1A8A1-57BE-4337-B1BC-B745F3E49FF2}" dt="2020-02-25T20:22:41.667" v="511"/>
        <pc:sldMkLst>
          <pc:docMk/>
          <pc:sldMk cId="0" sldId="433"/>
        </pc:sldMkLst>
        <pc:spChg chg="add mod">
          <ac:chgData name="Oriol Borrás Gené" userId="S::oriol.borras@urjc.es::aea611aa-1d44-4c50-abd0-2064e044183a" providerId="AD" clId="Web-{03B1A8A1-57BE-4337-B1BC-B745F3E49FF2}" dt="2020-02-25T20:22:35.573" v="504" actId="1076"/>
          <ac:spMkLst>
            <pc:docMk/>
            <pc:sldMk cId="0" sldId="433"/>
            <ac:spMk id="8" creationId="{8B53D719-8279-46E9-97EE-03BC4BD1367A}"/>
          </ac:spMkLst>
        </pc:spChg>
        <pc:spChg chg="add del mod">
          <ac:chgData name="Oriol Borrás Gené" userId="S::oriol.borras@urjc.es::aea611aa-1d44-4c50-abd0-2064e044183a" providerId="AD" clId="Web-{03B1A8A1-57BE-4337-B1BC-B745F3E49FF2}" dt="2020-02-25T20:22:41.667" v="510"/>
          <ac:spMkLst>
            <pc:docMk/>
            <pc:sldMk cId="0" sldId="433"/>
            <ac:spMk id="11" creationId="{3507344E-D12B-4AE7-93E0-A074197FB477}"/>
          </ac:spMkLst>
        </pc:spChg>
        <pc:spChg chg="mod">
          <ac:chgData name="Oriol Borrás Gené" userId="S::oriol.borras@urjc.es::aea611aa-1d44-4c50-abd0-2064e044183a" providerId="AD" clId="Web-{03B1A8A1-57BE-4337-B1BC-B745F3E49FF2}" dt="2020-02-25T20:19:10.260" v="489" actId="20577"/>
          <ac:spMkLst>
            <pc:docMk/>
            <pc:sldMk cId="0" sldId="433"/>
            <ac:spMk id="23" creationId="{00000000-0000-0000-0000-000000000000}"/>
          </ac:spMkLst>
        </pc:spChg>
        <pc:graphicFrameChg chg="add del mod">
          <ac:chgData name="Oriol Borrás Gené" userId="S::oriol.borras@urjc.es::aea611aa-1d44-4c50-abd0-2064e044183a" providerId="AD" clId="Web-{03B1A8A1-57BE-4337-B1BC-B745F3E49FF2}" dt="2020-02-25T20:22:37.042" v="505"/>
          <ac:graphicFrameMkLst>
            <pc:docMk/>
            <pc:sldMk cId="0" sldId="433"/>
            <ac:graphicFrameMk id="7" creationId="{A74DE77B-04B5-450D-8377-CC33BA45735E}"/>
          </ac:graphicFrameMkLst>
        </pc:graphicFrameChg>
        <pc:graphicFrameChg chg="add del mod">
          <ac:chgData name="Oriol Borrás Gené" userId="S::oriol.borras@urjc.es::aea611aa-1d44-4c50-abd0-2064e044183a" providerId="AD" clId="Web-{03B1A8A1-57BE-4337-B1BC-B745F3E49FF2}" dt="2020-02-25T20:22:41.667" v="511"/>
          <ac:graphicFrameMkLst>
            <pc:docMk/>
            <pc:sldMk cId="0" sldId="433"/>
            <ac:graphicFrameMk id="10" creationId="{C6164F97-5620-4B6B-9771-AA2D182B877A}"/>
          </ac:graphicFrameMkLst>
        </pc:graphicFrameChg>
        <pc:picChg chg="del">
          <ac:chgData name="Oriol Borrás Gené" userId="S::oriol.borras@urjc.es::aea611aa-1d44-4c50-abd0-2064e044183a" providerId="AD" clId="Web-{03B1A8A1-57BE-4337-B1BC-B745F3E49FF2}" dt="2020-02-25T20:19:11.557" v="492"/>
          <ac:picMkLst>
            <pc:docMk/>
            <pc:sldMk cId="0" sldId="433"/>
            <ac:picMk id="3" creationId="{00000000-0000-0000-0000-000000000000}"/>
          </ac:picMkLst>
        </pc:picChg>
        <pc:picChg chg="add mod ord">
          <ac:chgData name="Oriol Borrás Gené" userId="S::oriol.borras@urjc.es::aea611aa-1d44-4c50-abd0-2064e044183a" providerId="AD" clId="Web-{03B1A8A1-57BE-4337-B1BC-B745F3E49FF2}" dt="2020-02-25T20:22:32.213" v="503"/>
          <ac:picMkLst>
            <pc:docMk/>
            <pc:sldMk cId="0" sldId="433"/>
            <ac:picMk id="4" creationId="{ACCD24BB-BC95-42B3-965E-D01838B666B4}"/>
          </ac:picMkLst>
        </pc:picChg>
      </pc:sldChg>
      <pc:sldChg chg="addSp delSp modSp add replId">
        <pc:chgData name="Oriol Borrás Gené" userId="S::oriol.borras@urjc.es::aea611aa-1d44-4c50-abd0-2064e044183a" providerId="AD" clId="Web-{03B1A8A1-57BE-4337-B1BC-B745F3E49FF2}" dt="2020-02-25T20:13:50.025" v="391" actId="1076"/>
        <pc:sldMkLst>
          <pc:docMk/>
          <pc:sldMk cId="4050408399" sldId="491"/>
        </pc:sldMkLst>
        <pc:spChg chg="del">
          <ac:chgData name="Oriol Borrás Gené" userId="S::oriol.borras@urjc.es::aea611aa-1d44-4c50-abd0-2064e044183a" providerId="AD" clId="Web-{03B1A8A1-57BE-4337-B1BC-B745F3E49FF2}" dt="2020-02-25T20:10:26.071" v="360"/>
          <ac:spMkLst>
            <pc:docMk/>
            <pc:sldMk cId="4050408399" sldId="491"/>
            <ac:spMk id="3" creationId="{A72CF0B6-AFCD-44A1-A15B-883E3471DE60}"/>
          </ac:spMkLst>
        </pc:spChg>
        <pc:spChg chg="add mod">
          <ac:chgData name="Oriol Borrás Gené" userId="S::oriol.borras@urjc.es::aea611aa-1d44-4c50-abd0-2064e044183a" providerId="AD" clId="Web-{03B1A8A1-57BE-4337-B1BC-B745F3E49FF2}" dt="2020-02-25T20:10:02.540" v="355" actId="14100"/>
          <ac:spMkLst>
            <pc:docMk/>
            <pc:sldMk cId="4050408399" sldId="491"/>
            <ac:spMk id="5" creationId="{5FEA0655-5C18-4480-9204-32926304ABCB}"/>
          </ac:spMkLst>
        </pc:spChg>
        <pc:spChg chg="del mod">
          <ac:chgData name="Oriol Borrás Gené" userId="S::oriol.borras@urjc.es::aea611aa-1d44-4c50-abd0-2064e044183a" providerId="AD" clId="Web-{03B1A8A1-57BE-4337-B1BC-B745F3E49FF2}" dt="2020-02-25T20:10:24.321" v="359"/>
          <ac:spMkLst>
            <pc:docMk/>
            <pc:sldMk cId="4050408399" sldId="491"/>
            <ac:spMk id="6" creationId="{91A36B84-B81E-489D-974A-16DC60BF316F}"/>
          </ac:spMkLst>
        </pc:spChg>
        <pc:spChg chg="del">
          <ac:chgData name="Oriol Borrás Gené" userId="S::oriol.borras@urjc.es::aea611aa-1d44-4c50-abd0-2064e044183a" providerId="AD" clId="Web-{03B1A8A1-57BE-4337-B1BC-B745F3E49FF2}" dt="2020-02-25T20:10:28.040" v="361"/>
          <ac:spMkLst>
            <pc:docMk/>
            <pc:sldMk cId="4050408399" sldId="491"/>
            <ac:spMk id="8" creationId="{E3FD54F5-CD95-4E6B-B65A-ED6B22928587}"/>
          </ac:spMkLst>
        </pc:spChg>
        <pc:spChg chg="mod">
          <ac:chgData name="Oriol Borrás Gené" userId="S::oriol.borras@urjc.es::aea611aa-1d44-4c50-abd0-2064e044183a" providerId="AD" clId="Web-{03B1A8A1-57BE-4337-B1BC-B745F3E49FF2}" dt="2020-02-25T20:05:51.930" v="27" actId="20577"/>
          <ac:spMkLst>
            <pc:docMk/>
            <pc:sldMk cId="4050408399" sldId="491"/>
            <ac:spMk id="23" creationId="{00000000-0000-0000-0000-000000000000}"/>
          </ac:spMkLst>
        </pc:spChg>
        <pc:picChg chg="del">
          <ac:chgData name="Oriol Borrás Gené" userId="S::oriol.borras@urjc.es::aea611aa-1d44-4c50-abd0-2064e044183a" providerId="AD" clId="Web-{03B1A8A1-57BE-4337-B1BC-B745F3E49FF2}" dt="2020-02-25T20:05:01.757" v="19"/>
          <ac:picMkLst>
            <pc:docMk/>
            <pc:sldMk cId="4050408399" sldId="491"/>
            <ac:picMk id="4" creationId="{5491D80F-A99A-4DC7-82E0-C0AA6E5C8393}"/>
          </ac:picMkLst>
        </pc:picChg>
        <pc:picChg chg="add mod ord">
          <ac:chgData name="Oriol Borrás Gené" userId="S::oriol.borras@urjc.es::aea611aa-1d44-4c50-abd0-2064e044183a" providerId="AD" clId="Web-{03B1A8A1-57BE-4337-B1BC-B745F3E49FF2}" dt="2020-02-25T20:12:47.259" v="373" actId="1076"/>
          <ac:picMkLst>
            <pc:docMk/>
            <pc:sldMk cId="4050408399" sldId="491"/>
            <ac:picMk id="7" creationId="{1C033C9A-8C37-472E-869A-7303BF18D395}"/>
          </ac:picMkLst>
        </pc:picChg>
        <pc:picChg chg="add mod">
          <ac:chgData name="Oriol Borrás Gené" userId="S::oriol.borras@urjc.es::aea611aa-1d44-4c50-abd0-2064e044183a" providerId="AD" clId="Web-{03B1A8A1-57BE-4337-B1BC-B745F3E49FF2}" dt="2020-02-25T20:12:51.774" v="374" actId="1076"/>
          <ac:picMkLst>
            <pc:docMk/>
            <pc:sldMk cId="4050408399" sldId="491"/>
            <ac:picMk id="10" creationId="{953B8261-30FD-4B43-8ED1-BE0D719A0DCB}"/>
          </ac:picMkLst>
        </pc:picChg>
        <pc:picChg chg="add mod">
          <ac:chgData name="Oriol Borrás Gené" userId="S::oriol.borras@urjc.es::aea611aa-1d44-4c50-abd0-2064e044183a" providerId="AD" clId="Web-{03B1A8A1-57BE-4337-B1BC-B745F3E49FF2}" dt="2020-02-25T20:13:19.196" v="382" actId="1076"/>
          <ac:picMkLst>
            <pc:docMk/>
            <pc:sldMk cId="4050408399" sldId="491"/>
            <ac:picMk id="12" creationId="{F1F24D40-6079-42B7-8923-AA25A7FA4204}"/>
          </ac:picMkLst>
        </pc:picChg>
        <pc:picChg chg="add mod">
          <ac:chgData name="Oriol Borrás Gené" userId="S::oriol.borras@urjc.es::aea611aa-1d44-4c50-abd0-2064e044183a" providerId="AD" clId="Web-{03B1A8A1-57BE-4337-B1BC-B745F3E49FF2}" dt="2020-02-25T20:13:50.025" v="391" actId="1076"/>
          <ac:picMkLst>
            <pc:docMk/>
            <pc:sldMk cId="4050408399" sldId="491"/>
            <ac:picMk id="14" creationId="{A2778D22-17EA-4BEA-89E5-3DBCA424FDD0}"/>
          </ac:picMkLst>
        </pc:picChg>
        <pc:picChg chg="add mod">
          <ac:chgData name="Oriol Borrás Gené" userId="S::oriol.borras@urjc.es::aea611aa-1d44-4c50-abd0-2064e044183a" providerId="AD" clId="Web-{03B1A8A1-57BE-4337-B1BC-B745F3E49FF2}" dt="2020-02-25T20:13:44.571" v="388" actId="1076"/>
          <ac:picMkLst>
            <pc:docMk/>
            <pc:sldMk cId="4050408399" sldId="491"/>
            <ac:picMk id="16" creationId="{1C1A37E1-2FF4-43BB-800A-7A78C5A7CC32}"/>
          </ac:picMkLst>
        </pc:picChg>
      </pc:sldChg>
      <pc:sldChg chg="add replId">
        <pc:chgData name="Oriol Borrás Gené" userId="S::oriol.borras@urjc.es::aea611aa-1d44-4c50-abd0-2064e044183a" providerId="AD" clId="Web-{03B1A8A1-57BE-4337-B1BC-B745F3E49FF2}" dt="2020-02-25T20:19:00.291" v="456"/>
        <pc:sldMkLst>
          <pc:docMk/>
          <pc:sldMk cId="3022516431" sldId="492"/>
        </pc:sldMkLst>
      </pc:sldChg>
      <pc:sldChg chg="delSp add replId">
        <pc:chgData name="Oriol Borrás Gené" userId="S::oriol.borras@urjc.es::aea611aa-1d44-4c50-abd0-2064e044183a" providerId="AD" clId="Web-{03B1A8A1-57BE-4337-B1BC-B745F3E49FF2}" dt="2020-02-25T20:21:35.838" v="497"/>
        <pc:sldMkLst>
          <pc:docMk/>
          <pc:sldMk cId="2048370272" sldId="493"/>
        </pc:sldMkLst>
        <pc:picChg chg="del">
          <ac:chgData name="Oriol Borrás Gené" userId="S::oriol.borras@urjc.es::aea611aa-1d44-4c50-abd0-2064e044183a" providerId="AD" clId="Web-{03B1A8A1-57BE-4337-B1BC-B745F3E49FF2}" dt="2020-02-25T20:21:35.838" v="497"/>
          <ac:picMkLst>
            <pc:docMk/>
            <pc:sldMk cId="2048370272" sldId="493"/>
            <ac:picMk id="4" creationId="{ACCD24BB-BC95-42B3-965E-D01838B666B4}"/>
          </ac:picMkLst>
        </pc:picChg>
      </pc:sldChg>
    </pc:docChg>
  </pc:docChgLst>
  <pc:docChgLst>
    <pc:chgData name="José Manuel Colmenar Verdugo" userId="S::josemanuel.colmenar@urjc.es::1341788d-c510-45da-88a0-2a771a4f318a" providerId="AD" clId="Web-{DBA372D1-C161-4ABB-80C5-9A189D563403}"/>
    <pc:docChg chg="modSld">
      <pc:chgData name="José Manuel Colmenar Verdugo" userId="S::josemanuel.colmenar@urjc.es::1341788d-c510-45da-88a0-2a771a4f318a" providerId="AD" clId="Web-{DBA372D1-C161-4ABB-80C5-9A189D563403}" dt="2022-03-08T11:53:59.153" v="1" actId="20577"/>
      <pc:docMkLst>
        <pc:docMk/>
      </pc:docMkLst>
      <pc:sldChg chg="modSp">
        <pc:chgData name="José Manuel Colmenar Verdugo" userId="S::josemanuel.colmenar@urjc.es::1341788d-c510-45da-88a0-2a771a4f318a" providerId="AD" clId="Web-{DBA372D1-C161-4ABB-80C5-9A189D563403}" dt="2022-03-08T11:53:59.153" v="1" actId="20577"/>
        <pc:sldMkLst>
          <pc:docMk/>
          <pc:sldMk cId="1770753396" sldId="558"/>
        </pc:sldMkLst>
        <pc:spChg chg="mod">
          <ac:chgData name="José Manuel Colmenar Verdugo" userId="S::josemanuel.colmenar@urjc.es::1341788d-c510-45da-88a0-2a771a4f318a" providerId="AD" clId="Web-{DBA372D1-C161-4ABB-80C5-9A189D563403}" dt="2022-03-08T11:53:59.153" v="1" actId="20577"/>
          <ac:spMkLst>
            <pc:docMk/>
            <pc:sldMk cId="1770753396" sldId="558"/>
            <ac:spMk id="614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593E3CFF-AA8B-4960-9B13-4816A01EDDDE}"/>
    <pc:docChg chg="modSld">
      <pc:chgData name="Dolores Cuadra Fernández" userId="S::dolores.cuadra@urjc.es::3973a3dd-a11e-44c1-9158-1b4a8d8c39da" providerId="AD" clId="Web-{593E3CFF-AA8B-4960-9B13-4816A01EDDDE}" dt="2023-03-08T10:45:39.669" v="6" actId="20577"/>
      <pc:docMkLst>
        <pc:docMk/>
      </pc:docMkLst>
      <pc:sldChg chg="modSp">
        <pc:chgData name="Dolores Cuadra Fernández" userId="S::dolores.cuadra@urjc.es::3973a3dd-a11e-44c1-9158-1b4a8d8c39da" providerId="AD" clId="Web-{593E3CFF-AA8B-4960-9B13-4816A01EDDDE}" dt="2023-03-08T10:45:39.669" v="6" actId="20577"/>
        <pc:sldMkLst>
          <pc:docMk/>
          <pc:sldMk cId="2566163461" sldId="581"/>
        </pc:sldMkLst>
        <pc:spChg chg="mod">
          <ac:chgData name="Dolores Cuadra Fernández" userId="S::dolores.cuadra@urjc.es::3973a3dd-a11e-44c1-9158-1b4a8d8c39da" providerId="AD" clId="Web-{593E3CFF-AA8B-4960-9B13-4816A01EDDDE}" dt="2023-03-08T10:45:39.669" v="6" actId="20577"/>
          <ac:spMkLst>
            <pc:docMk/>
            <pc:sldMk cId="2566163461" sldId="581"/>
            <ac:spMk id="4" creationId="{3656AE40-2485-AB75-64F4-D8D2E066DC6B}"/>
          </ac:spMkLst>
        </pc:spChg>
      </pc:sldChg>
    </pc:docChg>
  </pc:docChgLst>
  <pc:docChgLst>
    <pc:chgData name="Dolores Cuadra Fernández" userId="S::dolores.cuadra@urjc.es::3973a3dd-a11e-44c1-9158-1b4a8d8c39da" providerId="AD" clId="Web-{960A7F23-E3A6-4111-BCBD-5B145C46FB49}"/>
    <pc:docChg chg="modSld">
      <pc:chgData name="Dolores Cuadra Fernández" userId="S::dolores.cuadra@urjc.es::3973a3dd-a11e-44c1-9158-1b4a8d8c39da" providerId="AD" clId="Web-{960A7F23-E3A6-4111-BCBD-5B145C46FB49}" dt="2021-03-03T17:56:24.505" v="11"/>
      <pc:docMkLst>
        <pc:docMk/>
      </pc:docMkLst>
      <pc:sldChg chg="modSp">
        <pc:chgData name="Dolores Cuadra Fernández" userId="S::dolores.cuadra@urjc.es::3973a3dd-a11e-44c1-9158-1b4a8d8c39da" providerId="AD" clId="Web-{960A7F23-E3A6-4111-BCBD-5B145C46FB49}" dt="2021-03-03T17:56:24.505" v="11"/>
        <pc:sldMkLst>
          <pc:docMk/>
          <pc:sldMk cId="801120230" sldId="528"/>
        </pc:sldMkLst>
        <pc:graphicFrameChg chg="mod modGraphic">
          <ac:chgData name="Dolores Cuadra Fernández" userId="S::dolores.cuadra@urjc.es::3973a3dd-a11e-44c1-9158-1b4a8d8c39da" providerId="AD" clId="Web-{960A7F23-E3A6-4111-BCBD-5B145C46FB49}" dt="2021-03-03T17:56:24.505" v="11"/>
          <ac:graphicFrameMkLst>
            <pc:docMk/>
            <pc:sldMk cId="801120230" sldId="528"/>
            <ac:graphicFrameMk id="4" creationId="{95C0F01E-63F2-4DB5-806F-7091C9D1553B}"/>
          </ac:graphicFrameMkLst>
        </pc:graphicFrameChg>
      </pc:sldChg>
    </pc:docChg>
  </pc:docChgLst>
  <pc:docChgLst>
    <pc:chgData name="María Jesús Algar Díaz" userId="S::mariajesus.algar@urjc.es::dc2b64b8-f97f-4641-883e-c9a3add0d754" providerId="AD" clId="Web-{FF60E82F-4AF4-46DE-817E-BE92AD61968B}"/>
    <pc:docChg chg="modSld">
      <pc:chgData name="María Jesús Algar Díaz" userId="S::mariajesus.algar@urjc.es::dc2b64b8-f97f-4641-883e-c9a3add0d754" providerId="AD" clId="Web-{FF60E82F-4AF4-46DE-817E-BE92AD61968B}" dt="2022-03-07T12:06:40.616" v="26" actId="20577"/>
      <pc:docMkLst>
        <pc:docMk/>
      </pc:docMkLst>
      <pc:sldChg chg="modSp">
        <pc:chgData name="María Jesús Algar Díaz" userId="S::mariajesus.algar@urjc.es::dc2b64b8-f97f-4641-883e-c9a3add0d754" providerId="AD" clId="Web-{FF60E82F-4AF4-46DE-817E-BE92AD61968B}" dt="2022-03-07T12:06:40.616" v="26" actId="20577"/>
        <pc:sldMkLst>
          <pc:docMk/>
          <pc:sldMk cId="1023854477" sldId="557"/>
        </pc:sldMkLst>
        <pc:spChg chg="mod">
          <ac:chgData name="María Jesús Algar Díaz" userId="S::mariajesus.algar@urjc.es::dc2b64b8-f97f-4641-883e-c9a3add0d754" providerId="AD" clId="Web-{FF60E82F-4AF4-46DE-817E-BE92AD61968B}" dt="2022-03-07T12:06:40.616" v="26" actId="20577"/>
          <ac:spMkLst>
            <pc:docMk/>
            <pc:sldMk cId="1023854477" sldId="557"/>
            <ac:spMk id="6147" creationId="{00000000-0000-0000-0000-000000000000}"/>
          </ac:spMkLst>
        </pc:spChg>
      </pc:sldChg>
    </pc:docChg>
  </pc:docChgLst>
  <pc:docChgLst>
    <pc:chgData name="Dolores Cuadra Fernández" userId="3973a3dd-a11e-44c1-9158-1b4a8d8c39da" providerId="ADAL" clId="{D992C15D-8350-43E8-9593-7412F7E9C13F}"/>
    <pc:docChg chg="undo custSel addSld delSld modSld">
      <pc:chgData name="Dolores Cuadra Fernández" userId="3973a3dd-a11e-44c1-9158-1b4a8d8c39da" providerId="ADAL" clId="{D992C15D-8350-43E8-9593-7412F7E9C13F}" dt="2024-02-19T20:00:11.868" v="6116" actId="6549"/>
      <pc:docMkLst>
        <pc:docMk/>
      </pc:docMkLst>
      <pc:sldChg chg="addSp delSp modSp mod">
        <pc:chgData name="Dolores Cuadra Fernández" userId="3973a3dd-a11e-44c1-9158-1b4a8d8c39da" providerId="ADAL" clId="{D992C15D-8350-43E8-9593-7412F7E9C13F}" dt="2024-02-19T19:52:43.305" v="6068" actId="20577"/>
        <pc:sldMkLst>
          <pc:docMk/>
          <pc:sldMk cId="779758563" sldId="564"/>
        </pc:sldMkLst>
        <pc:spChg chg="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3" creationId="{9E27BD4F-9572-1358-F479-5ABC0515568A}"/>
          </ac:spMkLst>
        </pc:spChg>
        <pc:spChg chg="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4" creationId="{3656AE40-2485-AB75-64F4-D8D2E066DC6B}"/>
          </ac:spMkLst>
        </pc:spChg>
        <pc:spChg chg="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5" creationId="{906EC3CC-2B28-2F28-11C5-678CF1F39A06}"/>
          </ac:spMkLst>
        </pc:spChg>
        <pc:spChg chg="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6" creationId="{7BE60996-A8EF-5DE2-9818-8416BC8748DB}"/>
          </ac:spMkLst>
        </pc:spChg>
        <pc:spChg chg="del mod">
          <ac:chgData name="Dolores Cuadra Fernández" userId="3973a3dd-a11e-44c1-9158-1b4a8d8c39da" providerId="ADAL" clId="{D992C15D-8350-43E8-9593-7412F7E9C13F}" dt="2024-02-19T04:50:58.550" v="1447" actId="478"/>
          <ac:spMkLst>
            <pc:docMk/>
            <pc:sldMk cId="779758563" sldId="564"/>
            <ac:spMk id="7" creationId="{B03BF669-505E-10E0-155E-E187DECEEC6C}"/>
          </ac:spMkLst>
        </pc:spChg>
        <pc:spChg chg="del mod">
          <ac:chgData name="Dolores Cuadra Fernández" userId="3973a3dd-a11e-44c1-9158-1b4a8d8c39da" providerId="ADAL" clId="{D992C15D-8350-43E8-9593-7412F7E9C13F}" dt="2024-02-19T04:50:58.550" v="1447" actId="478"/>
          <ac:spMkLst>
            <pc:docMk/>
            <pc:sldMk cId="779758563" sldId="564"/>
            <ac:spMk id="8" creationId="{0644BA8E-0964-F84E-D3F3-833E4AAF07F1}"/>
          </ac:spMkLst>
        </pc:spChg>
        <pc:spChg chg="add mod">
          <ac:chgData name="Dolores Cuadra Fernández" userId="3973a3dd-a11e-44c1-9158-1b4a8d8c39da" providerId="ADAL" clId="{D992C15D-8350-43E8-9593-7412F7E9C13F}" dt="2024-02-19T05:45:01.072" v="3854" actId="1036"/>
          <ac:spMkLst>
            <pc:docMk/>
            <pc:sldMk cId="779758563" sldId="564"/>
            <ac:spMk id="9" creationId="{725FC346-1F71-5BB4-028F-7DEFF909B8C0}"/>
          </ac:spMkLst>
        </pc:spChg>
        <pc:spChg chg="add mod">
          <ac:chgData name="Dolores Cuadra Fernández" userId="3973a3dd-a11e-44c1-9158-1b4a8d8c39da" providerId="ADAL" clId="{D992C15D-8350-43E8-9593-7412F7E9C13F}" dt="2024-02-19T19:52:43.305" v="6068" actId="20577"/>
          <ac:spMkLst>
            <pc:docMk/>
            <pc:sldMk cId="779758563" sldId="564"/>
            <ac:spMk id="10" creationId="{A586EADD-AFB2-CBA8-AD4F-FE56D4412423}"/>
          </ac:spMkLst>
        </pc:spChg>
      </pc:sldChg>
      <pc:sldChg chg="addSp delSp modSp mod">
        <pc:chgData name="Dolores Cuadra Fernández" userId="3973a3dd-a11e-44c1-9158-1b4a8d8c39da" providerId="ADAL" clId="{D992C15D-8350-43E8-9593-7412F7E9C13F}" dt="2024-02-19T06:35:12.291" v="5828" actId="20577"/>
        <pc:sldMkLst>
          <pc:docMk/>
          <pc:sldMk cId="2494541123" sldId="580"/>
        </pc:sldMkLst>
        <pc:spChg chg="mod">
          <ac:chgData name="Dolores Cuadra Fernández" userId="3973a3dd-a11e-44c1-9158-1b4a8d8c39da" providerId="ADAL" clId="{D992C15D-8350-43E8-9593-7412F7E9C13F}" dt="2024-02-19T06:34:58.963" v="5823" actId="6549"/>
          <ac:spMkLst>
            <pc:docMk/>
            <pc:sldMk cId="2494541123" sldId="580"/>
            <ac:spMk id="3" creationId="{8B2E1B5B-F1F0-5A93-F5EA-786382B762F9}"/>
          </ac:spMkLst>
        </pc:spChg>
        <pc:spChg chg="mod">
          <ac:chgData name="Dolores Cuadra Fernández" userId="3973a3dd-a11e-44c1-9158-1b4a8d8c39da" providerId="ADAL" clId="{D992C15D-8350-43E8-9593-7412F7E9C13F}" dt="2024-02-19T06:34:31.943" v="5822" actId="20577"/>
          <ac:spMkLst>
            <pc:docMk/>
            <pc:sldMk cId="2494541123" sldId="580"/>
            <ac:spMk id="4" creationId="{0A2EAEF6-B764-BF46-31B8-BEEF8E2001A1}"/>
          </ac:spMkLst>
        </pc:spChg>
        <pc:spChg chg="mod">
          <ac:chgData name="Dolores Cuadra Fernández" userId="3973a3dd-a11e-44c1-9158-1b4a8d8c39da" providerId="ADAL" clId="{D992C15D-8350-43E8-9593-7412F7E9C13F}" dt="2024-02-19T06:17:11.989" v="5016" actId="1076"/>
          <ac:spMkLst>
            <pc:docMk/>
            <pc:sldMk cId="2494541123" sldId="580"/>
            <ac:spMk id="5" creationId="{543F0EDE-EED8-F8DE-4B01-E93E977ED77D}"/>
          </ac:spMkLst>
        </pc:spChg>
        <pc:spChg chg="del mod">
          <ac:chgData name="Dolores Cuadra Fernández" userId="3973a3dd-a11e-44c1-9158-1b4a8d8c39da" providerId="ADAL" clId="{D992C15D-8350-43E8-9593-7412F7E9C13F}" dt="2024-02-19T06:09:41.262" v="4389" actId="478"/>
          <ac:spMkLst>
            <pc:docMk/>
            <pc:sldMk cId="2494541123" sldId="580"/>
            <ac:spMk id="6" creationId="{5C23AF5F-D869-EB23-AAC9-BC9D3ED7CAC9}"/>
          </ac:spMkLst>
        </pc:spChg>
        <pc:spChg chg="mod">
          <ac:chgData name="Dolores Cuadra Fernández" userId="3973a3dd-a11e-44c1-9158-1b4a8d8c39da" providerId="ADAL" clId="{D992C15D-8350-43E8-9593-7412F7E9C13F}" dt="2024-02-19T06:35:12.291" v="5828" actId="20577"/>
          <ac:spMkLst>
            <pc:docMk/>
            <pc:sldMk cId="2494541123" sldId="580"/>
            <ac:spMk id="7" creationId="{BBCF742C-5357-4F99-E160-7A9C0B677B95}"/>
          </ac:spMkLst>
        </pc:spChg>
        <pc:spChg chg="add mod">
          <ac:chgData name="Dolores Cuadra Fernández" userId="3973a3dd-a11e-44c1-9158-1b4a8d8c39da" providerId="ADAL" clId="{D992C15D-8350-43E8-9593-7412F7E9C13F}" dt="2024-02-19T05:34:57.289" v="3327"/>
          <ac:spMkLst>
            <pc:docMk/>
            <pc:sldMk cId="2494541123" sldId="580"/>
            <ac:spMk id="8" creationId="{4C735347-95F6-6FD9-1D1F-DD9F11F45FB1}"/>
          </ac:spMkLst>
        </pc:spChg>
        <pc:spChg chg="add mod">
          <ac:chgData name="Dolores Cuadra Fernández" userId="3973a3dd-a11e-44c1-9158-1b4a8d8c39da" providerId="ADAL" clId="{D992C15D-8350-43E8-9593-7412F7E9C13F}" dt="2024-02-19T06:08:07.956" v="4386" actId="20577"/>
          <ac:spMkLst>
            <pc:docMk/>
            <pc:sldMk cId="2494541123" sldId="580"/>
            <ac:spMk id="9" creationId="{49ACD3E5-FA50-BEA8-C9AC-B69460F9140F}"/>
          </ac:spMkLst>
        </pc:spChg>
      </pc:sldChg>
      <pc:sldChg chg="addSp delSp modSp mod">
        <pc:chgData name="Dolores Cuadra Fernández" userId="3973a3dd-a11e-44c1-9158-1b4a8d8c39da" providerId="ADAL" clId="{D992C15D-8350-43E8-9593-7412F7E9C13F}" dt="2024-02-19T20:00:11.868" v="6116" actId="6549"/>
        <pc:sldMkLst>
          <pc:docMk/>
          <pc:sldMk cId="2869112124" sldId="582"/>
        </pc:sldMkLst>
        <pc:spChg chg="mod">
          <ac:chgData name="Dolores Cuadra Fernández" userId="3973a3dd-a11e-44c1-9158-1b4a8d8c39da" providerId="ADAL" clId="{D992C15D-8350-43E8-9593-7412F7E9C13F}" dt="2024-02-19T11:27:39.659" v="6065" actId="20577"/>
          <ac:spMkLst>
            <pc:docMk/>
            <pc:sldMk cId="2869112124" sldId="582"/>
            <ac:spMk id="3" creationId="{9E27BD4F-9572-1358-F479-5ABC0515568A}"/>
          </ac:spMkLst>
        </pc:spChg>
        <pc:spChg chg="mod">
          <ac:chgData name="Dolores Cuadra Fernández" userId="3973a3dd-a11e-44c1-9158-1b4a8d8c39da" providerId="ADAL" clId="{D992C15D-8350-43E8-9593-7412F7E9C13F}" dt="2024-02-19T07:16:06.513" v="6042" actId="1035"/>
          <ac:spMkLst>
            <pc:docMk/>
            <pc:sldMk cId="2869112124" sldId="582"/>
            <ac:spMk id="4" creationId="{3656AE40-2485-AB75-64F4-D8D2E066DC6B}"/>
          </ac:spMkLst>
        </pc:spChg>
        <pc:spChg chg="add mod">
          <ac:chgData name="Dolores Cuadra Fernández" userId="3973a3dd-a11e-44c1-9158-1b4a8d8c39da" providerId="ADAL" clId="{D992C15D-8350-43E8-9593-7412F7E9C13F}" dt="2024-02-19T07:16:16.185" v="6055" actId="1035"/>
          <ac:spMkLst>
            <pc:docMk/>
            <pc:sldMk cId="2869112124" sldId="582"/>
            <ac:spMk id="5" creationId="{8AB572EB-7476-AF2A-B6FA-B3C8AB3ADB62}"/>
          </ac:spMkLst>
        </pc:spChg>
        <pc:spChg chg="add mod">
          <ac:chgData name="Dolores Cuadra Fernández" userId="3973a3dd-a11e-44c1-9158-1b4a8d8c39da" providerId="ADAL" clId="{D992C15D-8350-43E8-9593-7412F7E9C13F}" dt="2024-02-19T20:00:11.868" v="6116" actId="6549"/>
          <ac:spMkLst>
            <pc:docMk/>
            <pc:sldMk cId="2869112124" sldId="582"/>
            <ac:spMk id="6" creationId="{766E2CC0-C9F4-1172-A71A-5520CD95F0A8}"/>
          </ac:spMkLst>
        </pc:spChg>
        <pc:spChg chg="del">
          <ac:chgData name="Dolores Cuadra Fernández" userId="3973a3dd-a11e-44c1-9158-1b4a8d8c39da" providerId="ADAL" clId="{D992C15D-8350-43E8-9593-7412F7E9C13F}" dt="2024-02-19T05:12:52.236" v="2194" actId="478"/>
          <ac:spMkLst>
            <pc:docMk/>
            <pc:sldMk cId="2869112124" sldId="582"/>
            <ac:spMk id="7" creationId="{F00A1578-ED2D-C333-9070-DE7907F29176}"/>
          </ac:spMkLst>
        </pc:spChg>
        <pc:spChg chg="del">
          <ac:chgData name="Dolores Cuadra Fernández" userId="3973a3dd-a11e-44c1-9158-1b4a8d8c39da" providerId="ADAL" clId="{D992C15D-8350-43E8-9593-7412F7E9C13F}" dt="2024-02-19T05:12:52.236" v="2194" actId="478"/>
          <ac:spMkLst>
            <pc:docMk/>
            <pc:sldMk cId="2869112124" sldId="582"/>
            <ac:spMk id="8" creationId="{EF7D61D5-1791-4B05-9DC5-FB46C1B28951}"/>
          </ac:spMkLst>
        </pc:spChg>
      </pc:sldChg>
      <pc:sldChg chg="del">
        <pc:chgData name="Dolores Cuadra Fernández" userId="3973a3dd-a11e-44c1-9158-1b4a8d8c39da" providerId="ADAL" clId="{D992C15D-8350-43E8-9593-7412F7E9C13F}" dt="2024-02-19T19:51:12.975" v="6067" actId="47"/>
        <pc:sldMkLst>
          <pc:docMk/>
          <pc:sldMk cId="3146258992" sldId="601"/>
        </pc:sldMkLst>
      </pc:sldChg>
      <pc:sldChg chg="del">
        <pc:chgData name="Dolores Cuadra Fernández" userId="3973a3dd-a11e-44c1-9158-1b4a8d8c39da" providerId="ADAL" clId="{D992C15D-8350-43E8-9593-7412F7E9C13F}" dt="2024-02-19T19:51:12.975" v="6067" actId="47"/>
        <pc:sldMkLst>
          <pc:docMk/>
          <pc:sldMk cId="3164505865" sldId="605"/>
        </pc:sldMkLst>
      </pc:sldChg>
      <pc:sldChg chg="del">
        <pc:chgData name="Dolores Cuadra Fernández" userId="3973a3dd-a11e-44c1-9158-1b4a8d8c39da" providerId="ADAL" clId="{D992C15D-8350-43E8-9593-7412F7E9C13F}" dt="2024-02-19T19:51:12.975" v="6067" actId="47"/>
        <pc:sldMkLst>
          <pc:docMk/>
          <pc:sldMk cId="3344927276" sldId="606"/>
        </pc:sldMkLst>
      </pc:sldChg>
      <pc:sldChg chg="del">
        <pc:chgData name="Dolores Cuadra Fernández" userId="3973a3dd-a11e-44c1-9158-1b4a8d8c39da" providerId="ADAL" clId="{D992C15D-8350-43E8-9593-7412F7E9C13F}" dt="2024-02-19T19:51:12.975" v="6067" actId="47"/>
        <pc:sldMkLst>
          <pc:docMk/>
          <pc:sldMk cId="2160746971" sldId="607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1080801453" sldId="609"/>
        </pc:sldMkLst>
      </pc:sldChg>
      <pc:sldChg chg="addSp delSp modSp add mod">
        <pc:chgData name="Dolores Cuadra Fernández" userId="3973a3dd-a11e-44c1-9158-1b4a8d8c39da" providerId="ADAL" clId="{D992C15D-8350-43E8-9593-7412F7E9C13F}" dt="2024-02-19T05:44:43.182" v="3835" actId="1036"/>
        <pc:sldMkLst>
          <pc:docMk/>
          <pc:sldMk cId="3802907024" sldId="615"/>
        </pc:sldMkLst>
        <pc:spChg chg="del">
          <ac:chgData name="Dolores Cuadra Fernández" userId="3973a3dd-a11e-44c1-9158-1b4a8d8c39da" providerId="ADAL" clId="{D992C15D-8350-43E8-9593-7412F7E9C13F}" dt="2024-02-19T04:51:40.173" v="1451" actId="478"/>
          <ac:spMkLst>
            <pc:docMk/>
            <pc:sldMk cId="3802907024" sldId="615"/>
            <ac:spMk id="3" creationId="{9E27BD4F-9572-1358-F479-5ABC0515568A}"/>
          </ac:spMkLst>
        </pc:spChg>
        <pc:spChg chg="del">
          <ac:chgData name="Dolores Cuadra Fernández" userId="3973a3dd-a11e-44c1-9158-1b4a8d8c39da" providerId="ADAL" clId="{D992C15D-8350-43E8-9593-7412F7E9C13F}" dt="2024-02-19T04:51:40.173" v="1451" actId="478"/>
          <ac:spMkLst>
            <pc:docMk/>
            <pc:sldMk cId="3802907024" sldId="615"/>
            <ac:spMk id="4" creationId="{3656AE40-2485-AB75-64F4-D8D2E066DC6B}"/>
          </ac:spMkLst>
        </pc:spChg>
        <pc:spChg chg="del">
          <ac:chgData name="Dolores Cuadra Fernández" userId="3973a3dd-a11e-44c1-9158-1b4a8d8c39da" providerId="ADAL" clId="{D992C15D-8350-43E8-9593-7412F7E9C13F}" dt="2024-02-19T04:51:40.173" v="1451" actId="478"/>
          <ac:spMkLst>
            <pc:docMk/>
            <pc:sldMk cId="3802907024" sldId="615"/>
            <ac:spMk id="5" creationId="{906EC3CC-2B28-2F28-11C5-678CF1F39A06}"/>
          </ac:spMkLst>
        </pc:spChg>
        <pc:spChg chg="del">
          <ac:chgData name="Dolores Cuadra Fernández" userId="3973a3dd-a11e-44c1-9158-1b4a8d8c39da" providerId="ADAL" clId="{D992C15D-8350-43E8-9593-7412F7E9C13F}" dt="2024-02-19T04:51:40.173" v="1451" actId="478"/>
          <ac:spMkLst>
            <pc:docMk/>
            <pc:sldMk cId="3802907024" sldId="615"/>
            <ac:spMk id="6" creationId="{7BE60996-A8EF-5DE2-9818-8416BC8748DB}"/>
          </ac:spMkLst>
        </pc:spChg>
        <pc:spChg chg="mod">
          <ac:chgData name="Dolores Cuadra Fernández" userId="3973a3dd-a11e-44c1-9158-1b4a8d8c39da" providerId="ADAL" clId="{D992C15D-8350-43E8-9593-7412F7E9C13F}" dt="2024-02-19T05:44:43.182" v="3835" actId="1036"/>
          <ac:spMkLst>
            <pc:docMk/>
            <pc:sldMk cId="3802907024" sldId="615"/>
            <ac:spMk id="7" creationId="{B03BF669-505E-10E0-155E-E187DECEEC6C}"/>
          </ac:spMkLst>
        </pc:spChg>
        <pc:spChg chg="mod">
          <ac:chgData name="Dolores Cuadra Fernández" userId="3973a3dd-a11e-44c1-9158-1b4a8d8c39da" providerId="ADAL" clId="{D992C15D-8350-43E8-9593-7412F7E9C13F}" dt="2024-02-19T05:44:43.182" v="3835" actId="1036"/>
          <ac:spMkLst>
            <pc:docMk/>
            <pc:sldMk cId="3802907024" sldId="615"/>
            <ac:spMk id="8" creationId="{0644BA8E-0964-F84E-D3F3-833E4AAF07F1}"/>
          </ac:spMkLst>
        </pc:spChg>
        <pc:spChg chg="del mod">
          <ac:chgData name="Dolores Cuadra Fernández" userId="3973a3dd-a11e-44c1-9158-1b4a8d8c39da" providerId="ADAL" clId="{D992C15D-8350-43E8-9593-7412F7E9C13F}" dt="2024-02-19T04:51:27.613" v="1450" actId="478"/>
          <ac:spMkLst>
            <pc:docMk/>
            <pc:sldMk cId="3802907024" sldId="615"/>
            <ac:spMk id="9" creationId="{725FC346-1F71-5BB4-028F-7DEFF909B8C0}"/>
          </ac:spMkLst>
        </pc:spChg>
        <pc:spChg chg="del mod">
          <ac:chgData name="Dolores Cuadra Fernández" userId="3973a3dd-a11e-44c1-9158-1b4a8d8c39da" providerId="ADAL" clId="{D992C15D-8350-43E8-9593-7412F7E9C13F}" dt="2024-02-19T04:51:27.613" v="1450" actId="478"/>
          <ac:spMkLst>
            <pc:docMk/>
            <pc:sldMk cId="3802907024" sldId="615"/>
            <ac:spMk id="10" creationId="{A586EADD-AFB2-CBA8-AD4F-FE56D4412423}"/>
          </ac:spMkLst>
        </pc:spChg>
        <pc:spChg chg="add mod">
          <ac:chgData name="Dolores Cuadra Fernández" userId="3973a3dd-a11e-44c1-9158-1b4a8d8c39da" providerId="ADAL" clId="{D992C15D-8350-43E8-9593-7412F7E9C13F}" dt="2024-02-19T05:44:43.182" v="3835" actId="1036"/>
          <ac:spMkLst>
            <pc:docMk/>
            <pc:sldMk cId="3802907024" sldId="615"/>
            <ac:spMk id="11" creationId="{E5B8C625-C29C-5209-9A16-3B03FC7023B3}"/>
          </ac:spMkLst>
        </pc:spChg>
        <pc:spChg chg="add mod">
          <ac:chgData name="Dolores Cuadra Fernández" userId="3973a3dd-a11e-44c1-9158-1b4a8d8c39da" providerId="ADAL" clId="{D992C15D-8350-43E8-9593-7412F7E9C13F}" dt="2024-02-19T05:44:43.182" v="3835" actId="1036"/>
          <ac:spMkLst>
            <pc:docMk/>
            <pc:sldMk cId="3802907024" sldId="615"/>
            <ac:spMk id="12" creationId="{A488BB53-6993-CABB-1067-25322FF6FDDC}"/>
          </ac:spMkLst>
        </pc:spChg>
      </pc:sldChg>
      <pc:sldChg chg="add del">
        <pc:chgData name="Dolores Cuadra Fernández" userId="3973a3dd-a11e-44c1-9158-1b4a8d8c39da" providerId="ADAL" clId="{D992C15D-8350-43E8-9593-7412F7E9C13F}" dt="2024-02-19T06:28:23.261" v="5703" actId="47"/>
        <pc:sldMkLst>
          <pc:docMk/>
          <pc:sldMk cId="1154896634" sldId="616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3836103082" sldId="619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734791761" sldId="620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3713497915" sldId="621"/>
        </pc:sldMkLst>
      </pc:sldChg>
      <pc:sldChg chg="add">
        <pc:chgData name="Dolores Cuadra Fernández" userId="3973a3dd-a11e-44c1-9158-1b4a8d8c39da" providerId="ADAL" clId="{D992C15D-8350-43E8-9593-7412F7E9C13F}" dt="2024-02-19T19:50:25.574" v="6066"/>
        <pc:sldMkLst>
          <pc:docMk/>
          <pc:sldMk cId="3892655238" sldId="622"/>
        </pc:sldMkLst>
      </pc:sldChg>
    </pc:docChg>
  </pc:docChgLst>
  <pc:docChgLst>
    <pc:chgData name="Dolores Cuadra Fernández" userId="S::dolores.cuadra@urjc.es::3973a3dd-a11e-44c1-9158-1b4a8d8c39da" providerId="AD" clId="Web-{AA59B99D-C941-4FB5-AFC9-E413F4959DE8}"/>
    <pc:docChg chg="modSld">
      <pc:chgData name="Dolores Cuadra Fernández" userId="S::dolores.cuadra@urjc.es::3973a3dd-a11e-44c1-9158-1b4a8d8c39da" providerId="AD" clId="Web-{AA59B99D-C941-4FB5-AFC9-E413F4959DE8}" dt="2021-03-01T20:15:19.915" v="26" actId="1076"/>
      <pc:docMkLst>
        <pc:docMk/>
      </pc:docMkLst>
      <pc:sldChg chg="addSp modSp">
        <pc:chgData name="Dolores Cuadra Fernández" userId="S::dolores.cuadra@urjc.es::3973a3dd-a11e-44c1-9158-1b4a8d8c39da" providerId="AD" clId="Web-{AA59B99D-C941-4FB5-AFC9-E413F4959DE8}" dt="2021-03-01T20:15:19.915" v="26" actId="1076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AA59B99D-C941-4FB5-AFC9-E413F4959DE8}" dt="2021-03-01T20:10:49.486" v="7" actId="14100"/>
          <ac:spMkLst>
            <pc:docMk/>
            <pc:sldMk cId="993144657" sldId="495"/>
            <ac:spMk id="4" creationId="{16978F53-D373-424F-A3D0-F322B7719B67}"/>
          </ac:spMkLst>
        </pc:spChg>
        <pc:spChg chg="add mod">
          <ac:chgData name="Dolores Cuadra Fernández" userId="S::dolores.cuadra@urjc.es::3973a3dd-a11e-44c1-9158-1b4a8d8c39da" providerId="AD" clId="Web-{AA59B99D-C941-4FB5-AFC9-E413F4959DE8}" dt="2021-03-01T20:15:19.915" v="26" actId="1076"/>
          <ac:spMkLst>
            <pc:docMk/>
            <pc:sldMk cId="993144657" sldId="495"/>
            <ac:spMk id="9" creationId="{41B4B663-9080-426C-A78A-97726568A45E}"/>
          </ac:spMkLst>
        </pc:spChg>
        <pc:spChg chg="mod">
          <ac:chgData name="Dolores Cuadra Fernández" userId="S::dolores.cuadra@urjc.es::3973a3dd-a11e-44c1-9158-1b4a8d8c39da" providerId="AD" clId="Web-{AA59B99D-C941-4FB5-AFC9-E413F4959DE8}" dt="2021-03-01T20:15:17.180" v="25" actId="1076"/>
          <ac:spMkLst>
            <pc:docMk/>
            <pc:sldMk cId="993144657" sldId="495"/>
            <ac:spMk id="15" creationId="{606A9D69-A855-4CAC-8656-7214B37B71DD}"/>
          </ac:spMkLst>
        </pc:spChg>
        <pc:picChg chg="add mod">
          <ac:chgData name="Dolores Cuadra Fernández" userId="S::dolores.cuadra@urjc.es::3973a3dd-a11e-44c1-9158-1b4a8d8c39da" providerId="AD" clId="Web-{AA59B99D-C941-4FB5-AFC9-E413F4959DE8}" dt="2021-03-01T20:11:29.847" v="22" actId="14100"/>
          <ac:picMkLst>
            <pc:docMk/>
            <pc:sldMk cId="993144657" sldId="495"/>
            <ac:picMk id="3" creationId="{7D99DAC0-615D-4852-9AFE-0A1459F195D2}"/>
          </ac:picMkLst>
        </pc:picChg>
      </pc:sldChg>
    </pc:docChg>
  </pc:docChgLst>
  <pc:docChgLst>
    <pc:chgData name="Paloma Cáceres García De Marina" userId="S::paloma.caceres@urjc.es::7516f0e2-be62-4205-91e6-1d37ec21b52a" providerId="AD" clId="Web-{83B6AE81-50EF-4C04-AF6A-1E74287DB490}"/>
    <pc:docChg chg="addSld modSld">
      <pc:chgData name="Paloma Cáceres García De Marina" userId="S::paloma.caceres@urjc.es::7516f0e2-be62-4205-91e6-1d37ec21b52a" providerId="AD" clId="Web-{83B6AE81-50EF-4C04-AF6A-1E74287DB490}" dt="2022-03-07T13:11:35.377" v="5"/>
      <pc:docMkLst>
        <pc:docMk/>
      </pc:docMkLst>
      <pc:sldChg chg="addSp delSp modSp">
        <pc:chgData name="Paloma Cáceres García De Marina" userId="S::paloma.caceres@urjc.es::7516f0e2-be62-4205-91e6-1d37ec21b52a" providerId="AD" clId="Web-{83B6AE81-50EF-4C04-AF6A-1E74287DB490}" dt="2022-03-07T13:09:27.718" v="1"/>
        <pc:sldMkLst>
          <pc:docMk/>
          <pc:sldMk cId="3526393180" sldId="550"/>
        </pc:sldMkLst>
        <pc:picChg chg="add del mod">
          <ac:chgData name="Paloma Cáceres García De Marina" userId="S::paloma.caceres@urjc.es::7516f0e2-be62-4205-91e6-1d37ec21b52a" providerId="AD" clId="Web-{83B6AE81-50EF-4C04-AF6A-1E74287DB490}" dt="2022-03-07T13:09:27.718" v="1"/>
          <ac:picMkLst>
            <pc:docMk/>
            <pc:sldMk cId="3526393180" sldId="550"/>
            <ac:picMk id="3" creationId="{29989C85-1272-4C9F-A2A8-3363F843EBC2}"/>
          </ac:picMkLst>
        </pc:picChg>
      </pc:sldChg>
      <pc:sldChg chg="new">
        <pc:chgData name="Paloma Cáceres García De Marina" userId="S::paloma.caceres@urjc.es::7516f0e2-be62-4205-91e6-1d37ec21b52a" providerId="AD" clId="Web-{83B6AE81-50EF-4C04-AF6A-1E74287DB490}" dt="2022-03-07T13:09:59.078" v="2"/>
        <pc:sldMkLst>
          <pc:docMk/>
          <pc:sldMk cId="951251479" sldId="561"/>
        </pc:sldMkLst>
      </pc:sldChg>
      <pc:sldChg chg="addSp delSp modSp add replId">
        <pc:chgData name="Paloma Cáceres García De Marina" userId="S::paloma.caceres@urjc.es::7516f0e2-be62-4205-91e6-1d37ec21b52a" providerId="AD" clId="Web-{83B6AE81-50EF-4C04-AF6A-1E74287DB490}" dt="2022-03-07T13:11:35.377" v="5"/>
        <pc:sldMkLst>
          <pc:docMk/>
          <pc:sldMk cId="946568415" sldId="562"/>
        </pc:sldMkLst>
        <pc:picChg chg="add del mod">
          <ac:chgData name="Paloma Cáceres García De Marina" userId="S::paloma.caceres@urjc.es::7516f0e2-be62-4205-91e6-1d37ec21b52a" providerId="AD" clId="Web-{83B6AE81-50EF-4C04-AF6A-1E74287DB490}" dt="2022-03-07T13:11:35.377" v="5"/>
          <ac:picMkLst>
            <pc:docMk/>
            <pc:sldMk cId="946568415" sldId="562"/>
            <ac:picMk id="5" creationId="{64C9DFD3-F8A6-4976-95C6-C180983EF0AE}"/>
          </ac:picMkLst>
        </pc:picChg>
      </pc:sldChg>
    </pc:docChg>
  </pc:docChgLst>
  <pc:docChgLst>
    <pc:chgData name="María Jesús Algar Díaz" userId="S::mariajesus.algar@urjc.es::dc2b64b8-f97f-4641-883e-c9a3add0d754" providerId="AD" clId="Web-{C2255618-A26B-47C9-BE98-002E01206FA4}"/>
    <pc:docChg chg="addSld delSld modSld">
      <pc:chgData name="María Jesús Algar Díaz" userId="S::mariajesus.algar@urjc.es::dc2b64b8-f97f-4641-883e-c9a3add0d754" providerId="AD" clId="Web-{C2255618-A26B-47C9-BE98-002E01206FA4}" dt="2022-03-07T11:30:57.598" v="288"/>
      <pc:docMkLst>
        <pc:docMk/>
      </pc:docMkLst>
      <pc:sldChg chg="del">
        <pc:chgData name="María Jesús Algar Díaz" userId="S::mariajesus.algar@urjc.es::dc2b64b8-f97f-4641-883e-c9a3add0d754" providerId="AD" clId="Web-{C2255618-A26B-47C9-BE98-002E01206FA4}" dt="2022-03-07T11:30:57.598" v="288"/>
        <pc:sldMkLst>
          <pc:docMk/>
          <pc:sldMk cId="168610129" sldId="556"/>
        </pc:sldMkLst>
      </pc:sldChg>
      <pc:sldChg chg="modSp">
        <pc:chgData name="María Jesús Algar Díaz" userId="S::mariajesus.algar@urjc.es::dc2b64b8-f97f-4641-883e-c9a3add0d754" providerId="AD" clId="Web-{C2255618-A26B-47C9-BE98-002E01206FA4}" dt="2022-03-07T11:26:56.703" v="4" actId="20577"/>
        <pc:sldMkLst>
          <pc:docMk/>
          <pc:sldMk cId="1023854477" sldId="557"/>
        </pc:sldMkLst>
        <pc:spChg chg="mod">
          <ac:chgData name="María Jesús Algar Díaz" userId="S::mariajesus.algar@urjc.es::dc2b64b8-f97f-4641-883e-c9a3add0d754" providerId="AD" clId="Web-{C2255618-A26B-47C9-BE98-002E01206FA4}" dt="2022-03-07T11:26:56.703" v="4" actId="20577"/>
          <ac:spMkLst>
            <pc:docMk/>
            <pc:sldMk cId="1023854477" sldId="557"/>
            <ac:spMk id="6147" creationId="{00000000-0000-0000-0000-000000000000}"/>
          </ac:spMkLst>
        </pc:spChg>
      </pc:sldChg>
      <pc:sldChg chg="modSp">
        <pc:chgData name="María Jesús Algar Díaz" userId="S::mariajesus.algar@urjc.es::dc2b64b8-f97f-4641-883e-c9a3add0d754" providerId="AD" clId="Web-{C2255618-A26B-47C9-BE98-002E01206FA4}" dt="2022-03-07T11:28:17.501" v="94" actId="20577"/>
        <pc:sldMkLst>
          <pc:docMk/>
          <pc:sldMk cId="141102229" sldId="559"/>
        </pc:sldMkLst>
        <pc:spChg chg="mod">
          <ac:chgData name="María Jesús Algar Díaz" userId="S::mariajesus.algar@urjc.es::dc2b64b8-f97f-4641-883e-c9a3add0d754" providerId="AD" clId="Web-{C2255618-A26B-47C9-BE98-002E01206FA4}" dt="2022-03-07T11:28:17.501" v="94" actId="20577"/>
          <ac:spMkLst>
            <pc:docMk/>
            <pc:sldMk cId="141102229" sldId="559"/>
            <ac:spMk id="6147" creationId="{00000000-0000-0000-0000-000000000000}"/>
          </ac:spMkLst>
        </pc:spChg>
      </pc:sldChg>
      <pc:sldChg chg="modSp add replId">
        <pc:chgData name="María Jesús Algar Díaz" userId="S::mariajesus.algar@urjc.es::dc2b64b8-f97f-4641-883e-c9a3add0d754" providerId="AD" clId="Web-{C2255618-A26B-47C9-BE98-002E01206FA4}" dt="2022-03-07T11:30:18.910" v="287" actId="14100"/>
        <pc:sldMkLst>
          <pc:docMk/>
          <pc:sldMk cId="3671396089" sldId="560"/>
        </pc:sldMkLst>
        <pc:spChg chg="mod">
          <ac:chgData name="María Jesús Algar Díaz" userId="S::mariajesus.algar@urjc.es::dc2b64b8-f97f-4641-883e-c9a3add0d754" providerId="AD" clId="Web-{C2255618-A26B-47C9-BE98-002E01206FA4}" dt="2022-03-07T11:30:18.910" v="287" actId="14100"/>
          <ac:spMkLst>
            <pc:docMk/>
            <pc:sldMk cId="3671396089" sldId="560"/>
            <ac:spMk id="6147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D2EDF092-944B-48F0-B0D0-C3D3CE2F1EA3}"/>
    <pc:docChg chg="addSld delSld modSld sldOrd">
      <pc:chgData name="Paloma Cáceres García De Marina" userId="S::paloma.caceres@urjc.es::7516f0e2-be62-4205-91e6-1d37ec21b52a" providerId="AD" clId="Web-{D2EDF092-944B-48F0-B0D0-C3D3CE2F1EA3}" dt="2024-02-19T11:26:03.944" v="1757"/>
      <pc:docMkLst>
        <pc:docMk/>
      </pc:docMkLst>
      <pc:sldChg chg="addSp modSp ord">
        <pc:chgData name="Paloma Cáceres García De Marina" userId="S::paloma.caceres@urjc.es::7516f0e2-be62-4205-91e6-1d37ec21b52a" providerId="AD" clId="Web-{D2EDF092-944B-48F0-B0D0-C3D3CE2F1EA3}" dt="2024-02-19T10:49:08.200" v="1571" actId="1076"/>
        <pc:sldMkLst>
          <pc:docMk/>
          <pc:sldMk cId="988198126" sldId="595"/>
        </pc:sldMkLst>
        <pc:spChg chg="mod">
          <ac:chgData name="Paloma Cáceres García De Marina" userId="S::paloma.caceres@urjc.es::7516f0e2-be62-4205-91e6-1d37ec21b52a" providerId="AD" clId="Web-{D2EDF092-944B-48F0-B0D0-C3D3CE2F1EA3}" dt="2024-02-19T10:49:01.871" v="1570" actId="20577"/>
          <ac:spMkLst>
            <pc:docMk/>
            <pc:sldMk cId="988198126" sldId="595"/>
            <ac:spMk id="3" creationId="{538C4B12-D84C-8F82-6FA3-7E365B68018E}"/>
          </ac:spMkLst>
        </pc:spChg>
        <pc:graphicFrameChg chg="add mod modGraphic">
          <ac:chgData name="Paloma Cáceres García De Marina" userId="S::paloma.caceres@urjc.es::7516f0e2-be62-4205-91e6-1d37ec21b52a" providerId="AD" clId="Web-{D2EDF092-944B-48F0-B0D0-C3D3CE2F1EA3}" dt="2024-02-19T10:19:12.986" v="634"/>
          <ac:graphicFrameMkLst>
            <pc:docMk/>
            <pc:sldMk cId="988198126" sldId="595"/>
            <ac:graphicFrameMk id="5" creationId="{7D77DF36-05A5-116E-DD28-307596A024FA}"/>
          </ac:graphicFrameMkLst>
        </pc:graphicFrameChg>
        <pc:graphicFrameChg chg="add mod">
          <ac:chgData name="Paloma Cáceres García De Marina" userId="S::paloma.caceres@urjc.es::7516f0e2-be62-4205-91e6-1d37ec21b52a" providerId="AD" clId="Web-{D2EDF092-944B-48F0-B0D0-C3D3CE2F1EA3}" dt="2024-02-19T10:49:08.200" v="1571" actId="1076"/>
          <ac:graphicFrameMkLst>
            <pc:docMk/>
            <pc:sldMk cId="988198126" sldId="595"/>
            <ac:graphicFrameMk id="7" creationId="{60115141-5768-CA3B-CA71-91D6303F0857}"/>
          </ac:graphicFrameMkLst>
        </pc:graphicFrameChg>
      </pc:sldChg>
      <pc:sldChg chg="del">
        <pc:chgData name="Paloma Cáceres García De Marina" userId="S::paloma.caceres@urjc.es::7516f0e2-be62-4205-91e6-1d37ec21b52a" providerId="AD" clId="Web-{D2EDF092-944B-48F0-B0D0-C3D3CE2F1EA3}" dt="2024-02-19T11:26:03.944" v="1757"/>
        <pc:sldMkLst>
          <pc:docMk/>
          <pc:sldMk cId="1586159795" sldId="597"/>
        </pc:sldMkLst>
      </pc:sldChg>
      <pc:sldChg chg="addSp delSp modSp add mod ord replId modShow">
        <pc:chgData name="Paloma Cáceres García De Marina" userId="S::paloma.caceres@urjc.es::7516f0e2-be62-4205-91e6-1d37ec21b52a" providerId="AD" clId="Web-{D2EDF092-944B-48F0-B0D0-C3D3CE2F1EA3}" dt="2024-02-19T11:24:58.472" v="1747" actId="20577"/>
        <pc:sldMkLst>
          <pc:docMk/>
          <pc:sldMk cId="3609348562" sldId="617"/>
        </pc:sldMkLst>
        <pc:spChg chg="mod">
          <ac:chgData name="Paloma Cáceres García De Marina" userId="S::paloma.caceres@urjc.es::7516f0e2-be62-4205-91e6-1d37ec21b52a" providerId="AD" clId="Web-{D2EDF092-944B-48F0-B0D0-C3D3CE2F1EA3}" dt="2024-02-19T11:24:58.472" v="1747" actId="20577"/>
          <ac:spMkLst>
            <pc:docMk/>
            <pc:sldMk cId="3609348562" sldId="617"/>
            <ac:spMk id="3" creationId="{538C4B12-D84C-8F82-6FA3-7E365B68018E}"/>
          </ac:spMkLst>
        </pc:spChg>
        <pc:spChg chg="add del mod">
          <ac:chgData name="Paloma Cáceres García De Marina" userId="S::paloma.caceres@urjc.es::7516f0e2-be62-4205-91e6-1d37ec21b52a" providerId="AD" clId="Web-{D2EDF092-944B-48F0-B0D0-C3D3CE2F1EA3}" dt="2024-02-19T10:47:52.931" v="1558"/>
          <ac:spMkLst>
            <pc:docMk/>
            <pc:sldMk cId="3609348562" sldId="617"/>
            <ac:spMk id="7" creationId="{AEB13F0F-E62E-603A-E813-CEE54FACEF7B}"/>
          </ac:spMkLst>
        </pc:spChg>
        <pc:graphicFrameChg chg="add del mod modGraphic">
          <ac:chgData name="Paloma Cáceres García De Marina" userId="S::paloma.caceres@urjc.es::7516f0e2-be62-4205-91e6-1d37ec21b52a" providerId="AD" clId="Web-{D2EDF092-944B-48F0-B0D0-C3D3CE2F1EA3}" dt="2024-02-19T10:19:38.393" v="654"/>
          <ac:graphicFrameMkLst>
            <pc:docMk/>
            <pc:sldMk cId="3609348562" sldId="617"/>
            <ac:graphicFrameMk id="4" creationId="{7E38666C-0E31-4D88-F039-16C567327986}"/>
          </ac:graphicFrameMkLst>
        </pc:graphicFrameChg>
        <pc:graphicFrameChg chg="add del mod">
          <ac:chgData name="Paloma Cáceres García De Marina" userId="S::paloma.caceres@urjc.es::7516f0e2-be62-4205-91e6-1d37ec21b52a" providerId="AD" clId="Web-{D2EDF092-944B-48F0-B0D0-C3D3CE2F1EA3}" dt="2024-02-19T10:20:05.910" v="667"/>
          <ac:graphicFrameMkLst>
            <pc:docMk/>
            <pc:sldMk cId="3609348562" sldId="617"/>
            <ac:graphicFrameMk id="6" creationId="{D36909F6-D757-7B67-4441-F0E41E2A8402}"/>
          </ac:graphicFrameMkLst>
        </pc:graphicFrameChg>
      </pc:sldChg>
      <pc:sldChg chg="delSp modSp add del replId">
        <pc:chgData name="Paloma Cáceres García De Marina" userId="S::paloma.caceres@urjc.es::7516f0e2-be62-4205-91e6-1d37ec21b52a" providerId="AD" clId="Web-{D2EDF092-944B-48F0-B0D0-C3D3CE2F1EA3}" dt="2024-02-19T10:48:05.088" v="1568"/>
        <pc:sldMkLst>
          <pc:docMk/>
          <pc:sldMk cId="1060523427" sldId="618"/>
        </pc:sldMkLst>
        <pc:spChg chg="del mod">
          <ac:chgData name="Paloma Cáceres García De Marina" userId="S::paloma.caceres@urjc.es::7516f0e2-be62-4205-91e6-1d37ec21b52a" providerId="AD" clId="Web-{D2EDF092-944B-48F0-B0D0-C3D3CE2F1EA3}" dt="2024-02-19T10:47:48.384" v="1554"/>
          <ac:spMkLst>
            <pc:docMk/>
            <pc:sldMk cId="1060523427" sldId="618"/>
            <ac:spMk id="3" creationId="{538C4B12-D84C-8F82-6FA3-7E365B68018E}"/>
          </ac:spMkLst>
        </pc:spChg>
      </pc:sldChg>
      <pc:sldChg chg="modSp add replId">
        <pc:chgData name="Paloma Cáceres García De Marina" userId="S::paloma.caceres@urjc.es::7516f0e2-be62-4205-91e6-1d37ec21b52a" providerId="AD" clId="Web-{D2EDF092-944B-48F0-B0D0-C3D3CE2F1EA3}" dt="2024-02-19T11:25:35.364" v="1756" actId="20577"/>
        <pc:sldMkLst>
          <pc:docMk/>
          <pc:sldMk cId="3708108655" sldId="618"/>
        </pc:sldMkLst>
        <pc:spChg chg="mod">
          <ac:chgData name="Paloma Cáceres García De Marina" userId="S::paloma.caceres@urjc.es::7516f0e2-be62-4205-91e6-1d37ec21b52a" providerId="AD" clId="Web-{D2EDF092-944B-48F0-B0D0-C3D3CE2F1EA3}" dt="2024-02-19T10:51:07.079" v="1584" actId="20577"/>
          <ac:spMkLst>
            <pc:docMk/>
            <pc:sldMk cId="3708108655" sldId="618"/>
            <ac:spMk id="3" creationId="{9E27BD4F-9572-1358-F479-5ABC0515568A}"/>
          </ac:spMkLst>
        </pc:spChg>
        <pc:spChg chg="mod">
          <ac:chgData name="Paloma Cáceres García De Marina" userId="S::paloma.caceres@urjc.es::7516f0e2-be62-4205-91e6-1d37ec21b52a" providerId="AD" clId="Web-{D2EDF092-944B-48F0-B0D0-C3D3CE2F1EA3}" dt="2024-02-19T11:22:45.075" v="1669" actId="20577"/>
          <ac:spMkLst>
            <pc:docMk/>
            <pc:sldMk cId="3708108655" sldId="618"/>
            <ac:spMk id="4" creationId="{3656AE40-2485-AB75-64F4-D8D2E066DC6B}"/>
          </ac:spMkLst>
        </pc:spChg>
        <pc:spChg chg="mod">
          <ac:chgData name="Paloma Cáceres García De Marina" userId="S::paloma.caceres@urjc.es::7516f0e2-be62-4205-91e6-1d37ec21b52a" providerId="AD" clId="Web-{D2EDF092-944B-48F0-B0D0-C3D3CE2F1EA3}" dt="2024-02-19T11:23:15.592" v="1682" actId="20577"/>
          <ac:spMkLst>
            <pc:docMk/>
            <pc:sldMk cId="3708108655" sldId="618"/>
            <ac:spMk id="5" creationId="{8AB572EB-7476-AF2A-B6FA-B3C8AB3ADB62}"/>
          </ac:spMkLst>
        </pc:spChg>
        <pc:spChg chg="mod">
          <ac:chgData name="Paloma Cáceres García De Marina" userId="S::paloma.caceres@urjc.es::7516f0e2-be62-4205-91e6-1d37ec21b52a" providerId="AD" clId="Web-{D2EDF092-944B-48F0-B0D0-C3D3CE2F1EA3}" dt="2024-02-19T11:25:35.364" v="1756" actId="20577"/>
          <ac:spMkLst>
            <pc:docMk/>
            <pc:sldMk cId="3708108655" sldId="618"/>
            <ac:spMk id="6" creationId="{766E2CC0-C9F4-1172-A71A-5520CD95F0A8}"/>
          </ac:spMkLst>
        </pc:spChg>
        <pc:spChg chg="mod">
          <ac:chgData name="Paloma Cáceres García De Marina" userId="S::paloma.caceres@urjc.es::7516f0e2-be62-4205-91e6-1d37ec21b52a" providerId="AD" clId="Web-{D2EDF092-944B-48F0-B0D0-C3D3CE2F1EA3}" dt="2024-02-19T10:49:52.311" v="1579" actId="20577"/>
          <ac:spMkLst>
            <pc:docMk/>
            <pc:sldMk cId="3708108655" sldId="618"/>
            <ac:spMk id="6146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CF270496-6A71-E89F-B14C-08C38AD1E5F3}"/>
    <pc:docChg chg="addSld delSld modSld">
      <pc:chgData name="Paloma Cáceres García De Marina" userId="S::paloma.caceres@urjc.es::7516f0e2-be62-4205-91e6-1d37ec21b52a" providerId="AD" clId="Web-{CF270496-6A71-E89F-B14C-08C38AD1E5F3}" dt="2021-03-03T18:37:52.964" v="1591"/>
      <pc:docMkLst>
        <pc:docMk/>
      </pc:docMkLst>
      <pc:sldChg chg="addSp delSp modSp">
        <pc:chgData name="Paloma Cáceres García De Marina" userId="S::paloma.caceres@urjc.es::7516f0e2-be62-4205-91e6-1d37ec21b52a" providerId="AD" clId="Web-{CF270496-6A71-E89F-B14C-08C38AD1E5F3}" dt="2021-03-03T17:49:07.898" v="568"/>
        <pc:sldMkLst>
          <pc:docMk/>
          <pc:sldMk cId="993144657" sldId="495"/>
        </pc:sldMkLst>
        <pc:spChg chg="mod">
          <ac:chgData name="Paloma Cáceres García De Marina" userId="S::paloma.caceres@urjc.es::7516f0e2-be62-4205-91e6-1d37ec21b52a" providerId="AD" clId="Web-{CF270496-6A71-E89F-B14C-08C38AD1E5F3}" dt="2021-03-03T17:47:50.834" v="516" actId="1076"/>
          <ac:spMkLst>
            <pc:docMk/>
            <pc:sldMk cId="993144657" sldId="495"/>
            <ac:spMk id="4" creationId="{16978F53-D373-424F-A3D0-F322B7719B67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7:29.130" v="507" actId="20577"/>
          <ac:spMkLst>
            <pc:docMk/>
            <pc:sldMk cId="993144657" sldId="495"/>
            <ac:spMk id="14" creationId="{58D7C744-B84A-46A0-8385-4AE854507011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46:54.426" v="498"/>
          <ac:spMkLst>
            <pc:docMk/>
            <pc:sldMk cId="993144657" sldId="495"/>
            <ac:spMk id="15" creationId="{606A9D69-A855-4CAC-8656-7214B37B71DD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7:46:58.504" v="500"/>
          <ac:spMkLst>
            <pc:docMk/>
            <pc:sldMk cId="993144657" sldId="495"/>
            <ac:spMk id="18" creationId="{E002362C-B421-4EF0-AA51-8B065780455A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7:49:07.898" v="568"/>
          <ac:graphicFrameMkLst>
            <pc:docMk/>
            <pc:sldMk cId="993144657" sldId="495"/>
            <ac:graphicFrameMk id="3" creationId="{DC89BD87-F790-49D3-A398-F459F5A2E43F}"/>
          </ac:graphicFrameMkLst>
        </pc:graphicFrameChg>
      </pc:sldChg>
      <pc:sldChg chg="addSp delSp modSp">
        <pc:chgData name="Paloma Cáceres García De Marina" userId="S::paloma.caceres@urjc.es::7516f0e2-be62-4205-91e6-1d37ec21b52a" providerId="AD" clId="Web-{CF270496-6A71-E89F-B14C-08C38AD1E5F3}" dt="2021-03-03T17:43:43.469" v="461" actId="1076"/>
        <pc:sldMkLst>
          <pc:docMk/>
          <pc:sldMk cId="1004937467" sldId="524"/>
        </pc:sldMkLst>
        <pc:spChg chg="del">
          <ac:chgData name="Paloma Cáceres García De Marina" userId="S::paloma.caceres@urjc.es::7516f0e2-be62-4205-91e6-1d37ec21b52a" providerId="AD" clId="Web-{CF270496-6A71-E89F-B14C-08C38AD1E5F3}" dt="2021-03-03T17:15:49.634" v="186"/>
          <ac:spMkLst>
            <pc:docMk/>
            <pc:sldMk cId="1004937467" sldId="524"/>
            <ac:spMk id="5" creationId="{5FEA0655-5C18-4480-9204-32926304ABCB}"/>
          </ac:spMkLst>
        </pc:spChg>
        <pc:spChg chg="add mod">
          <ac:chgData name="Paloma Cáceres García De Marina" userId="S::paloma.caceres@urjc.es::7516f0e2-be62-4205-91e6-1d37ec21b52a" providerId="AD" clId="Web-{CF270496-6A71-E89F-B14C-08C38AD1E5F3}" dt="2021-03-03T17:43:43.469" v="461" actId="1076"/>
          <ac:spMkLst>
            <pc:docMk/>
            <pc:sldMk cId="1004937467" sldId="524"/>
            <ac:spMk id="7" creationId="{726D1E22-D6C1-4684-BD4E-6C74C3F039B4}"/>
          </ac:spMkLst>
        </pc:spChg>
        <pc:spChg chg="add mod">
          <ac:chgData name="Paloma Cáceres García De Marina" userId="S::paloma.caceres@urjc.es::7516f0e2-be62-4205-91e6-1d37ec21b52a" providerId="AD" clId="Web-{CF270496-6A71-E89F-B14C-08C38AD1E5F3}" dt="2021-03-03T17:42:23.045" v="436" actId="1076"/>
          <ac:spMkLst>
            <pc:docMk/>
            <pc:sldMk cId="1004937467" sldId="524"/>
            <ac:spMk id="9" creationId="{BF24239E-3960-4C24-AB61-62737A57F913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3:06.671" v="458" actId="20577"/>
          <ac:spMkLst>
            <pc:docMk/>
            <pc:sldMk cId="1004937467" sldId="524"/>
            <ac:spMk id="23" creationId="{00000000-0000-0000-0000-000000000000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7:40:29.308" v="411"/>
          <ac:graphicFrameMkLst>
            <pc:docMk/>
            <pc:sldMk cId="1004937467" sldId="524"/>
            <ac:graphicFrameMk id="3" creationId="{136A8E17-E0E8-4AEC-B6C3-5607FD38BA5D}"/>
          </ac:graphicFrameMkLst>
        </pc:graphicFrameChg>
        <pc:graphicFrameChg chg="add mod">
          <ac:chgData name="Paloma Cáceres García De Marina" userId="S::paloma.caceres@urjc.es::7516f0e2-be62-4205-91e6-1d37ec21b52a" providerId="AD" clId="Web-{CF270496-6A71-E89F-B14C-08C38AD1E5F3}" dt="2021-03-03T17:43:36.312" v="460" actId="1076"/>
          <ac:graphicFrameMkLst>
            <pc:docMk/>
            <pc:sldMk cId="1004937467" sldId="524"/>
            <ac:graphicFrameMk id="6" creationId="{A8FDF164-1EA3-41F9-99FA-8F8B844FB467}"/>
          </ac:graphicFrameMkLst>
        </pc:graphicFrameChg>
        <pc:picChg chg="del">
          <ac:chgData name="Paloma Cáceres García De Marina" userId="S::paloma.caceres@urjc.es::7516f0e2-be62-4205-91e6-1d37ec21b52a" providerId="AD" clId="Web-{CF270496-6A71-E89F-B14C-08C38AD1E5F3}" dt="2021-03-03T17:15:51.259" v="187"/>
          <ac:picMkLst>
            <pc:docMk/>
            <pc:sldMk cId="1004937467" sldId="524"/>
            <ac:picMk id="4" creationId="{52482A54-4026-41B9-9A2D-029B16BF184B}"/>
          </ac:picMkLst>
        </pc:picChg>
        <pc:picChg chg="add mod">
          <ac:chgData name="Paloma Cáceres García De Marina" userId="S::paloma.caceres@urjc.es::7516f0e2-be62-4205-91e6-1d37ec21b52a" providerId="AD" clId="Web-{CF270496-6A71-E89F-B14C-08C38AD1E5F3}" dt="2021-03-03T17:42:23.045" v="435" actId="1076"/>
          <ac:picMkLst>
            <pc:docMk/>
            <pc:sldMk cId="1004937467" sldId="524"/>
            <ac:picMk id="8" creationId="{BBBECC8A-572C-4C79-8E12-42B9FA443F38}"/>
          </ac:picMkLst>
        </pc:picChg>
      </pc:sldChg>
      <pc:sldChg chg="addSp delSp modSp del">
        <pc:chgData name="Paloma Cáceres García De Marina" userId="S::paloma.caceres@urjc.es::7516f0e2-be62-4205-91e6-1d37ec21b52a" providerId="AD" clId="Web-{CF270496-6A71-E89F-B14C-08C38AD1E5F3}" dt="2021-03-03T17:43:48.266" v="462"/>
        <pc:sldMkLst>
          <pc:docMk/>
          <pc:sldMk cId="1046410554" sldId="525"/>
        </pc:sldMkLst>
        <pc:spChg chg="del mod">
          <ac:chgData name="Paloma Cáceres García De Marina" userId="S::paloma.caceres@urjc.es::7516f0e2-be62-4205-91e6-1d37ec21b52a" providerId="AD" clId="Web-{CF270496-6A71-E89F-B14C-08C38AD1E5F3}" dt="2021-03-03T17:42:12.935" v="432"/>
          <ac:spMkLst>
            <pc:docMk/>
            <pc:sldMk cId="1046410554" sldId="525"/>
            <ac:spMk id="4" creationId="{16978F53-D373-424F-A3D0-F322B7719B67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1:30.749" v="223"/>
          <ac:spMkLst>
            <pc:docMk/>
            <pc:sldMk cId="1046410554" sldId="525"/>
            <ac:spMk id="9" creationId="{D44D6E9D-73E0-4928-AB40-34B226D17DBF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1:20.358" v="222"/>
          <ac:spMkLst>
            <pc:docMk/>
            <pc:sldMk cId="1046410554" sldId="525"/>
            <ac:spMk id="10" creationId="{2059065E-E85A-4A35-9FD4-E87CDED0F102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7:42:12.935" v="430"/>
          <ac:spMkLst>
            <pc:docMk/>
            <pc:sldMk cId="1046410554" sldId="525"/>
            <ac:spMk id="11" creationId="{66E1E67E-23B3-49FC-92C0-7F79C924CF3F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7:41:04.574" v="413"/>
          <ac:spMkLst>
            <pc:docMk/>
            <pc:sldMk cId="1046410554" sldId="525"/>
            <ac:spMk id="15" creationId="{606A9D69-A855-4CAC-8656-7214B37B71DD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41:04.574" v="412"/>
          <ac:spMkLst>
            <pc:docMk/>
            <pc:sldMk cId="1046410554" sldId="525"/>
            <ac:spMk id="18" creationId="{E002362C-B421-4EF0-AA51-8B065780455A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7:37:24.054" v="232"/>
          <ac:spMkLst>
            <pc:docMk/>
            <pc:sldMk cId="1046410554" sldId="525"/>
            <ac:spMk id="23" creationId="{00000000-0000-0000-0000-000000000000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7:42:00.779" v="429"/>
          <ac:graphicFrameMkLst>
            <pc:docMk/>
            <pc:sldMk cId="1046410554" sldId="525"/>
            <ac:graphicFrameMk id="3" creationId="{A7DA6D97-229B-4B3D-81BD-16F72A38A799}"/>
          </ac:graphicFrameMkLst>
        </pc:graphicFrameChg>
        <pc:picChg chg="del mod">
          <ac:chgData name="Paloma Cáceres García De Marina" userId="S::paloma.caceres@urjc.es::7516f0e2-be62-4205-91e6-1d37ec21b52a" providerId="AD" clId="Web-{CF270496-6A71-E89F-B14C-08C38AD1E5F3}" dt="2021-03-03T17:42:12.935" v="431"/>
          <ac:picMkLst>
            <pc:docMk/>
            <pc:sldMk cId="1046410554" sldId="525"/>
            <ac:picMk id="5" creationId="{1F035A04-9B25-4A51-BE41-AC8AB6216111}"/>
          </ac:picMkLst>
        </pc:picChg>
      </pc:sldChg>
      <pc:sldChg chg="addSp delSp modSp">
        <pc:chgData name="Paloma Cáceres García De Marina" userId="S::paloma.caceres@urjc.es::7516f0e2-be62-4205-91e6-1d37ec21b52a" providerId="AD" clId="Web-{CF270496-6A71-E89F-B14C-08C38AD1E5F3}" dt="2021-03-03T18:19:24.439" v="1351"/>
        <pc:sldMkLst>
          <pc:docMk/>
          <pc:sldMk cId="473911143" sldId="526"/>
        </pc:sldMkLst>
        <pc:spChg chg="mod">
          <ac:chgData name="Paloma Cáceres García De Marina" userId="S::paloma.caceres@urjc.es::7516f0e2-be62-4205-91e6-1d37ec21b52a" providerId="AD" clId="Web-{CF270496-6A71-E89F-B14C-08C38AD1E5F3}" dt="2021-03-03T18:15:19.168" v="1038" actId="1076"/>
          <ac:spMkLst>
            <pc:docMk/>
            <pc:sldMk cId="473911143" sldId="526"/>
            <ac:spMk id="4" creationId="{16978F53-D373-424F-A3D0-F322B7719B67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8:05:09.373" v="784"/>
          <ac:spMkLst>
            <pc:docMk/>
            <pc:sldMk cId="473911143" sldId="526"/>
            <ac:spMk id="14" creationId="{58D7C744-B84A-46A0-8385-4AE854507011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15:25.340" v="1040" actId="1076"/>
          <ac:spMkLst>
            <pc:docMk/>
            <pc:sldMk cId="473911143" sldId="526"/>
            <ac:spMk id="15" creationId="{606A9D69-A855-4CAC-8656-7214B37B71DD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8:11:41.741" v="1020"/>
          <ac:spMkLst>
            <pc:docMk/>
            <pc:sldMk cId="473911143" sldId="526"/>
            <ac:spMk id="18" creationId="{E002362C-B421-4EF0-AA51-8B065780455A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15:15.246" v="1034" actId="1076"/>
          <ac:spMkLst>
            <pc:docMk/>
            <pc:sldMk cId="473911143" sldId="526"/>
            <ac:spMk id="23" creationId="{00000000-0000-0000-0000-000000000000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8:15:22.355" v="1039" actId="1076"/>
          <ac:graphicFrameMkLst>
            <pc:docMk/>
            <pc:sldMk cId="473911143" sldId="526"/>
            <ac:graphicFrameMk id="3" creationId="{C6B84800-A404-42F1-ACB8-E77DBB8E3574}"/>
          </ac:graphicFrameMkLst>
        </pc:graphicFrameChg>
        <pc:graphicFrameChg chg="add mod modGraphic">
          <ac:chgData name="Paloma Cáceres García De Marina" userId="S::paloma.caceres@urjc.es::7516f0e2-be62-4205-91e6-1d37ec21b52a" providerId="AD" clId="Web-{CF270496-6A71-E89F-B14C-08C38AD1E5F3}" dt="2021-03-03T18:19:24.439" v="1351"/>
          <ac:graphicFrameMkLst>
            <pc:docMk/>
            <pc:sldMk cId="473911143" sldId="526"/>
            <ac:graphicFrameMk id="10" creationId="{2E640F25-1AE8-40A1-9617-6A3C171E57FE}"/>
          </ac:graphicFrameMkLst>
        </pc:graphicFrameChg>
      </pc:sldChg>
      <pc:sldChg chg="addSp delSp modSp">
        <pc:chgData name="Paloma Cáceres García De Marina" userId="S::paloma.caceres@urjc.es::7516f0e2-be62-4205-91e6-1d37ec21b52a" providerId="AD" clId="Web-{CF270496-6A71-E89F-B14C-08C38AD1E5F3}" dt="2021-03-03T18:37:52.964" v="1591"/>
        <pc:sldMkLst>
          <pc:docMk/>
          <pc:sldMk cId="59982092" sldId="527"/>
        </pc:sldMkLst>
        <pc:spChg chg="mod">
          <ac:chgData name="Paloma Cáceres García De Marina" userId="S::paloma.caceres@urjc.es::7516f0e2-be62-4205-91e6-1d37ec21b52a" providerId="AD" clId="Web-{CF270496-6A71-E89F-B14C-08C38AD1E5F3}" dt="2021-03-03T18:35:55.118" v="1583" actId="20577"/>
          <ac:spMkLst>
            <pc:docMk/>
            <pc:sldMk cId="59982092" sldId="527"/>
            <ac:spMk id="4" creationId="{16978F53-D373-424F-A3D0-F322B7719B67}"/>
          </ac:spMkLst>
        </pc:spChg>
        <pc:spChg chg="del mod">
          <ac:chgData name="Paloma Cáceres García De Marina" userId="S::paloma.caceres@urjc.es::7516f0e2-be62-4205-91e6-1d37ec21b52a" providerId="AD" clId="Web-{CF270496-6A71-E89F-B14C-08C38AD1E5F3}" dt="2021-03-03T18:22:20.583" v="1395"/>
          <ac:spMkLst>
            <pc:docMk/>
            <pc:sldMk cId="59982092" sldId="527"/>
            <ac:spMk id="14" creationId="{58D7C744-B84A-46A0-8385-4AE854507011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37:42.261" v="1587" actId="1076"/>
          <ac:spMkLst>
            <pc:docMk/>
            <pc:sldMk cId="59982092" sldId="527"/>
            <ac:spMk id="15" creationId="{606A9D69-A855-4CAC-8656-7214B37B71DD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32:20.706" v="1523" actId="20577"/>
          <ac:spMkLst>
            <pc:docMk/>
            <pc:sldMk cId="59982092" sldId="527"/>
            <ac:spMk id="18" creationId="{E002362C-B421-4EF0-AA51-8B065780455A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8:37:36.714" v="1586"/>
          <ac:graphicFrameMkLst>
            <pc:docMk/>
            <pc:sldMk cId="59982092" sldId="527"/>
            <ac:graphicFrameMk id="5" creationId="{62F6DED2-3341-4E0E-94F6-CB69DEC60DC5}"/>
          </ac:graphicFrameMkLst>
        </pc:graphicFrameChg>
        <pc:graphicFrameChg chg="add mod modGraphic">
          <ac:chgData name="Paloma Cáceres García De Marina" userId="S::paloma.caceres@urjc.es::7516f0e2-be62-4205-91e6-1d37ec21b52a" providerId="AD" clId="Web-{CF270496-6A71-E89F-B14C-08C38AD1E5F3}" dt="2021-03-03T18:37:52.964" v="1591"/>
          <ac:graphicFrameMkLst>
            <pc:docMk/>
            <pc:sldMk cId="59982092" sldId="527"/>
            <ac:graphicFrameMk id="10" creationId="{B4D6B656-F549-43F1-8D67-B5489D00D3ED}"/>
          </ac:graphicFrameMkLst>
        </pc:graphicFrameChg>
      </pc:sldChg>
      <pc:sldChg chg="addSp delSp modSp">
        <pc:chgData name="Paloma Cáceres García De Marina" userId="S::paloma.caceres@urjc.es::7516f0e2-be62-4205-91e6-1d37ec21b52a" providerId="AD" clId="Web-{CF270496-6A71-E89F-B14C-08C38AD1E5F3}" dt="2021-03-03T18:14:54.448" v="1032"/>
        <pc:sldMkLst>
          <pc:docMk/>
          <pc:sldMk cId="801120230" sldId="528"/>
        </pc:sldMkLst>
        <pc:spChg chg="mod">
          <ac:chgData name="Paloma Cáceres García De Marina" userId="S::paloma.caceres@urjc.es::7516f0e2-be62-4205-91e6-1d37ec21b52a" providerId="AD" clId="Web-{CF270496-6A71-E89F-B14C-08C38AD1E5F3}" dt="2021-03-03T18:12:12.257" v="1027" actId="20577"/>
          <ac:spMkLst>
            <pc:docMk/>
            <pc:sldMk cId="801120230" sldId="528"/>
            <ac:spMk id="9" creationId="{41B4B663-9080-426C-A78A-97726568A45E}"/>
          </ac:spMkLst>
        </pc:spChg>
        <pc:spChg chg="add del mod">
          <ac:chgData name="Paloma Cáceres García De Marina" userId="S::paloma.caceres@urjc.es::7516f0e2-be62-4205-91e6-1d37ec21b52a" providerId="AD" clId="Web-{CF270496-6A71-E89F-B14C-08C38AD1E5F3}" dt="2021-03-03T18:02:29.088" v="734" actId="1076"/>
          <ac:spMkLst>
            <pc:docMk/>
            <pc:sldMk cId="801120230" sldId="528"/>
            <ac:spMk id="10" creationId="{022EA286-F7DD-4639-AFBE-E15424D3EC4D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8:00:35.882" v="707" actId="1076"/>
          <ac:spMkLst>
            <pc:docMk/>
            <pc:sldMk cId="801120230" sldId="528"/>
            <ac:spMk id="15" creationId="{606A9D69-A855-4CAC-8656-7214B37B71DD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58:49.380" v="654" actId="20577"/>
          <ac:spMkLst>
            <pc:docMk/>
            <pc:sldMk cId="801120230" sldId="528"/>
            <ac:spMk id="18" creationId="{E002362C-B421-4EF0-AA51-8B065780455A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8:14:54.448" v="1032"/>
          <ac:graphicFrameMkLst>
            <pc:docMk/>
            <pc:sldMk cId="801120230" sldId="528"/>
            <ac:graphicFrameMk id="4" creationId="{95C0F01E-63F2-4DB5-806F-7091C9D1553B}"/>
          </ac:graphicFrameMkLst>
        </pc:graphicFrameChg>
        <pc:graphicFrameChg chg="add mod modGraphic">
          <ac:chgData name="Paloma Cáceres García De Marina" userId="S::paloma.caceres@urjc.es::7516f0e2-be62-4205-91e6-1d37ec21b52a" providerId="AD" clId="Web-{CF270496-6A71-E89F-B14C-08C38AD1E5F3}" dt="2021-03-03T18:14:45.636" v="1030"/>
          <ac:graphicFrameMkLst>
            <pc:docMk/>
            <pc:sldMk cId="801120230" sldId="528"/>
            <ac:graphicFrameMk id="5" creationId="{D490DC72-5D8E-4C16-84F8-06176CF9D654}"/>
          </ac:graphicFrameMkLst>
        </pc:graphicFrameChg>
        <pc:picChg chg="add del mod">
          <ac:chgData name="Paloma Cáceres García De Marina" userId="S::paloma.caceres@urjc.es::7516f0e2-be62-4205-91e6-1d37ec21b52a" providerId="AD" clId="Web-{CF270496-6A71-E89F-B14C-08C38AD1E5F3}" dt="2021-03-03T18:02:05.587" v="729" actId="1076"/>
          <ac:picMkLst>
            <pc:docMk/>
            <pc:sldMk cId="801120230" sldId="528"/>
            <ac:picMk id="3" creationId="{7D99DAC0-615D-4852-9AFE-0A1459F195D2}"/>
          </ac:picMkLst>
        </pc:picChg>
      </pc:sldChg>
      <pc:sldChg chg="addSp delSp modSp add del replId">
        <pc:chgData name="Paloma Cáceres García De Marina" userId="S::paloma.caceres@urjc.es::7516f0e2-be62-4205-91e6-1d37ec21b52a" providerId="AD" clId="Web-{CF270496-6A71-E89F-B14C-08C38AD1E5F3}" dt="2021-03-03T17:46:29.941" v="496"/>
        <pc:sldMkLst>
          <pc:docMk/>
          <pc:sldMk cId="263152203" sldId="531"/>
        </pc:sldMkLst>
        <pc:spChg chg="del">
          <ac:chgData name="Paloma Cáceres García De Marina" userId="S::paloma.caceres@urjc.es::7516f0e2-be62-4205-91e6-1d37ec21b52a" providerId="AD" clId="Web-{CF270496-6A71-E89F-B14C-08C38AD1E5F3}" dt="2021-03-03T17:37:11.850" v="230"/>
          <ac:spMkLst>
            <pc:docMk/>
            <pc:sldMk cId="263152203" sldId="531"/>
            <ac:spMk id="4" creationId="{16978F53-D373-424F-A3D0-F322B7719B67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1:48.497" v="425" actId="1076"/>
          <ac:spMkLst>
            <pc:docMk/>
            <pc:sldMk cId="263152203" sldId="531"/>
            <ac:spMk id="9" creationId="{D44D6E9D-73E0-4928-AB40-34B226D17DBF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1:23.528" v="418" actId="1076"/>
          <ac:spMkLst>
            <pc:docMk/>
            <pc:sldMk cId="263152203" sldId="531"/>
            <ac:spMk id="10" creationId="{2059065E-E85A-4A35-9FD4-E87CDED0F102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7:11.850" v="226"/>
          <ac:spMkLst>
            <pc:docMk/>
            <pc:sldMk cId="263152203" sldId="531"/>
            <ac:spMk id="11" creationId="{66E1E67E-23B3-49FC-92C0-7F79C924CF3F}"/>
          </ac:spMkLst>
        </pc:spChg>
        <pc:spChg chg="add mod">
          <ac:chgData name="Paloma Cáceres García De Marina" userId="S::paloma.caceres@urjc.es::7516f0e2-be62-4205-91e6-1d37ec21b52a" providerId="AD" clId="Web-{CF270496-6A71-E89F-B14C-08C38AD1E5F3}" dt="2021-03-03T17:41:39.638" v="423" actId="1076"/>
          <ac:spMkLst>
            <pc:docMk/>
            <pc:sldMk cId="263152203" sldId="531"/>
            <ac:spMk id="14" creationId="{1818CBF4-C4BA-4783-92EF-E5594B657DA2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7:11.850" v="228"/>
          <ac:spMkLst>
            <pc:docMk/>
            <pc:sldMk cId="263152203" sldId="531"/>
            <ac:spMk id="15" creationId="{606A9D69-A855-4CAC-8656-7214B37B71DD}"/>
          </ac:spMkLst>
        </pc:spChg>
        <pc:spChg chg="add mod">
          <ac:chgData name="Paloma Cáceres García De Marina" userId="S::paloma.caceres@urjc.es::7516f0e2-be62-4205-91e6-1d37ec21b52a" providerId="AD" clId="Web-{CF270496-6A71-E89F-B14C-08C38AD1E5F3}" dt="2021-03-03T17:44:32.251" v="480" actId="20577"/>
          <ac:spMkLst>
            <pc:docMk/>
            <pc:sldMk cId="263152203" sldId="531"/>
            <ac:spMk id="16" creationId="{1F25AFE4-7914-4D32-B706-B0D74B7FECF6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7:11.850" v="227"/>
          <ac:spMkLst>
            <pc:docMk/>
            <pc:sldMk cId="263152203" sldId="531"/>
            <ac:spMk id="18" creationId="{E002362C-B421-4EF0-AA51-8B065780455A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37:14.554" v="231"/>
          <ac:spMkLst>
            <pc:docMk/>
            <pc:sldMk cId="263152203" sldId="531"/>
            <ac:spMk id="23" creationId="{00000000-0000-0000-0000-000000000000}"/>
          </ac:spMkLst>
        </pc:spChg>
        <pc:graphicFrameChg chg="del">
          <ac:chgData name="Paloma Cáceres García De Marina" userId="S::paloma.caceres@urjc.es::7516f0e2-be62-4205-91e6-1d37ec21b52a" providerId="AD" clId="Web-{CF270496-6A71-E89F-B14C-08C38AD1E5F3}" dt="2021-03-03T17:37:11.850" v="225"/>
          <ac:graphicFrameMkLst>
            <pc:docMk/>
            <pc:sldMk cId="263152203" sldId="531"/>
            <ac:graphicFrameMk id="3" creationId="{A7DA6D97-229B-4B3D-81BD-16F72A38A799}"/>
          </ac:graphicFrameMkLst>
        </pc:graphicFrameChg>
        <pc:graphicFrameChg chg="add mod modGraphic">
          <ac:chgData name="Paloma Cáceres García De Marina" userId="S::paloma.caceres@urjc.es::7516f0e2-be62-4205-91e6-1d37ec21b52a" providerId="AD" clId="Web-{CF270496-6A71-E89F-B14C-08C38AD1E5F3}" dt="2021-03-03T17:44:52.673" v="494"/>
          <ac:graphicFrameMkLst>
            <pc:docMk/>
            <pc:sldMk cId="263152203" sldId="531"/>
            <ac:graphicFrameMk id="6" creationId="{634BB912-DAF1-4FB9-BFD8-E2BE294D67E0}"/>
          </ac:graphicFrameMkLst>
        </pc:graphicFrameChg>
        <pc:picChg chg="del">
          <ac:chgData name="Paloma Cáceres García De Marina" userId="S::paloma.caceres@urjc.es::7516f0e2-be62-4205-91e6-1d37ec21b52a" providerId="AD" clId="Web-{CF270496-6A71-E89F-B14C-08C38AD1E5F3}" dt="2021-03-03T17:37:11.850" v="229"/>
          <ac:picMkLst>
            <pc:docMk/>
            <pc:sldMk cId="263152203" sldId="531"/>
            <ac:picMk id="5" creationId="{1F035A04-9B25-4A51-BE41-AC8AB6216111}"/>
          </ac:picMkLst>
        </pc:picChg>
      </pc:sldChg>
      <pc:sldChg chg="add replId">
        <pc:chgData name="Paloma Cáceres García De Marina" userId="S::paloma.caceres@urjc.es::7516f0e2-be62-4205-91e6-1d37ec21b52a" providerId="AD" clId="Web-{CF270496-6A71-E89F-B14C-08C38AD1E5F3}" dt="2021-03-03T17:45:58.206" v="495"/>
        <pc:sldMkLst>
          <pc:docMk/>
          <pc:sldMk cId="1688811381" sldId="532"/>
        </pc:sldMkLst>
      </pc:sldChg>
      <pc:sldChg chg="addSp delSp modSp add replId">
        <pc:chgData name="Paloma Cáceres García De Marina" userId="S::paloma.caceres@urjc.es::7516f0e2-be62-4205-91e6-1d37ec21b52a" providerId="AD" clId="Web-{CF270496-6A71-E89F-B14C-08C38AD1E5F3}" dt="2021-03-03T17:52:42.481" v="637"/>
        <pc:sldMkLst>
          <pc:docMk/>
          <pc:sldMk cId="3331957931" sldId="533"/>
        </pc:sldMkLst>
        <pc:spChg chg="del">
          <ac:chgData name="Paloma Cáceres García De Marina" userId="S::paloma.caceres@urjc.es::7516f0e2-be62-4205-91e6-1d37ec21b52a" providerId="AD" clId="Web-{CF270496-6A71-E89F-B14C-08C38AD1E5F3}" dt="2021-03-03T17:49:22.976" v="570"/>
          <ac:spMkLst>
            <pc:docMk/>
            <pc:sldMk cId="3331957931" sldId="533"/>
            <ac:spMk id="4" creationId="{16978F53-D373-424F-A3D0-F322B7719B67}"/>
          </ac:spMkLst>
        </pc:spChg>
        <pc:spChg chg="del">
          <ac:chgData name="Paloma Cáceres García De Marina" userId="S::paloma.caceres@urjc.es::7516f0e2-be62-4205-91e6-1d37ec21b52a" providerId="AD" clId="Web-{CF270496-6A71-E89F-B14C-08C38AD1E5F3}" dt="2021-03-03T17:49:22.976" v="569"/>
          <ac:spMkLst>
            <pc:docMk/>
            <pc:sldMk cId="3331957931" sldId="533"/>
            <ac:spMk id="14" creationId="{58D7C744-B84A-46A0-8385-4AE854507011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49:41.258" v="575" actId="20577"/>
          <ac:spMkLst>
            <pc:docMk/>
            <pc:sldMk cId="3331957931" sldId="533"/>
            <ac:spMk id="15" creationId="{606A9D69-A855-4CAC-8656-7214B37B71DD}"/>
          </ac:spMkLst>
        </pc:spChg>
        <pc:spChg chg="mod">
          <ac:chgData name="Paloma Cáceres García De Marina" userId="S::paloma.caceres@urjc.es::7516f0e2-be62-4205-91e6-1d37ec21b52a" providerId="AD" clId="Web-{CF270496-6A71-E89F-B14C-08C38AD1E5F3}" dt="2021-03-03T17:50:01.649" v="579" actId="1076"/>
          <ac:spMkLst>
            <pc:docMk/>
            <pc:sldMk cId="3331957931" sldId="533"/>
            <ac:spMk id="18" creationId="{E002362C-B421-4EF0-AA51-8B065780455A}"/>
          </ac:spMkLst>
        </pc:spChg>
        <pc:graphicFrameChg chg="add mod modGraphic">
          <ac:chgData name="Paloma Cáceres García De Marina" userId="S::paloma.caceres@urjc.es::7516f0e2-be62-4205-91e6-1d37ec21b52a" providerId="AD" clId="Web-{CF270496-6A71-E89F-B14C-08C38AD1E5F3}" dt="2021-03-03T17:52:42.481" v="637"/>
          <ac:graphicFrameMkLst>
            <pc:docMk/>
            <pc:sldMk cId="3331957931" sldId="533"/>
            <ac:graphicFrameMk id="3" creationId="{45B9EECF-CF41-4687-987B-1772220E96B6}"/>
          </ac:graphicFrameMkLst>
        </pc:graphicFrameChg>
      </pc:sldChg>
    </pc:docChg>
  </pc:docChgLst>
  <pc:docChgLst>
    <pc:chgData name="etsii subdireccion.oa" userId="S::etsii.subdireccion.oa@urjc.es::172d4a83-4cd0-47f1-a2b7-8e2e04debd23" providerId="AD" clId="Web-{EA239F77-6499-51AE-977F-D3CF974FF081}"/>
    <pc:docChg chg="modSld">
      <pc:chgData name="etsii subdireccion.oa" userId="S::etsii.subdireccion.oa@urjc.es::172d4a83-4cd0-47f1-a2b7-8e2e04debd23" providerId="AD" clId="Web-{EA239F77-6499-51AE-977F-D3CF974FF081}" dt="2025-01-16T14:39:55.645" v="14" actId="20577"/>
      <pc:docMkLst>
        <pc:docMk/>
      </pc:docMkLst>
      <pc:sldChg chg="modSp">
        <pc:chgData name="etsii subdireccion.oa" userId="S::etsii.subdireccion.oa@urjc.es::172d4a83-4cd0-47f1-a2b7-8e2e04debd23" providerId="AD" clId="Web-{EA239F77-6499-51AE-977F-D3CF974FF081}" dt="2025-01-16T14:39:55.645" v="14" actId="20577"/>
        <pc:sldMkLst>
          <pc:docMk/>
          <pc:sldMk cId="0" sldId="372"/>
        </pc:sldMkLst>
        <pc:spChg chg="mod">
          <ac:chgData name="etsii subdireccion.oa" userId="S::etsii.subdireccion.oa@urjc.es::172d4a83-4cd0-47f1-a2b7-8e2e04debd23" providerId="AD" clId="Web-{EA239F77-6499-51AE-977F-D3CF974FF081}" dt="2025-01-16T14:39:51.754" v="13" actId="20577"/>
          <ac:spMkLst>
            <pc:docMk/>
            <pc:sldMk cId="0" sldId="372"/>
            <ac:spMk id="2" creationId="{00000000-0000-0000-0000-000000000000}"/>
          </ac:spMkLst>
        </pc:spChg>
        <pc:spChg chg="mod">
          <ac:chgData name="etsii subdireccion.oa" userId="S::etsii.subdireccion.oa@urjc.es::172d4a83-4cd0-47f1-a2b7-8e2e04debd23" providerId="AD" clId="Web-{EA239F77-6499-51AE-977F-D3CF974FF081}" dt="2025-01-16T14:39:55.645" v="14" actId="20577"/>
          <ac:spMkLst>
            <pc:docMk/>
            <pc:sldMk cId="0" sldId="372"/>
            <ac:spMk id="3" creationId="{00000000-0000-0000-0000-000000000000}"/>
          </ac:spMkLst>
        </pc:spChg>
      </pc:sldChg>
    </pc:docChg>
  </pc:docChgLst>
  <pc:docChgLst>
    <pc:chgData name="Alberto Herrán González" userId="3052a7a4-e5bb-456f-b708-32ff2d041c77" providerId="ADAL" clId="{C76ECECD-C22B-3940-BF44-19A6D139D9F2}"/>
    <pc:docChg chg="undo custSel addSld delSld modSld">
      <pc:chgData name="Alberto Herrán González" userId="3052a7a4-e5bb-456f-b708-32ff2d041c77" providerId="ADAL" clId="{C76ECECD-C22B-3940-BF44-19A6D139D9F2}" dt="2023-03-08T17:42:10.125" v="118" actId="207"/>
      <pc:docMkLst>
        <pc:docMk/>
      </pc:docMkLst>
      <pc:sldChg chg="modSp add mod">
        <pc:chgData name="Alberto Herrán González" userId="3052a7a4-e5bb-456f-b708-32ff2d041c77" providerId="ADAL" clId="{C76ECECD-C22B-3940-BF44-19A6D139D9F2}" dt="2023-03-08T17:42:10.125" v="118" actId="207"/>
        <pc:sldMkLst>
          <pc:docMk/>
          <pc:sldMk cId="3146258992" sldId="601"/>
        </pc:sldMkLst>
        <pc:spChg chg="mod">
          <ac:chgData name="Alberto Herrán González" userId="3052a7a4-e5bb-456f-b708-32ff2d041c77" providerId="ADAL" clId="{C76ECECD-C22B-3940-BF44-19A6D139D9F2}" dt="2023-03-08T17:42:10.125" v="118" actId="207"/>
          <ac:spMkLst>
            <pc:docMk/>
            <pc:sldMk cId="3146258992" sldId="601"/>
            <ac:spMk id="3" creationId="{538C4B12-D84C-8F82-6FA3-7E365B68018E}"/>
          </ac:spMkLst>
        </pc:spChg>
      </pc:sldChg>
      <pc:sldChg chg="modSp add mod">
        <pc:chgData name="Alberto Herrán González" userId="3052a7a4-e5bb-456f-b708-32ff2d041c77" providerId="ADAL" clId="{C76ECECD-C22B-3940-BF44-19A6D139D9F2}" dt="2023-03-08T17:41:03.765" v="115" actId="20577"/>
        <pc:sldMkLst>
          <pc:docMk/>
          <pc:sldMk cId="3164505865" sldId="605"/>
        </pc:sldMkLst>
        <pc:spChg chg="mod">
          <ac:chgData name="Alberto Herrán González" userId="3052a7a4-e5bb-456f-b708-32ff2d041c77" providerId="ADAL" clId="{C76ECECD-C22B-3940-BF44-19A6D139D9F2}" dt="2023-03-08T17:41:03.765" v="115" actId="20577"/>
          <ac:spMkLst>
            <pc:docMk/>
            <pc:sldMk cId="3164505865" sldId="605"/>
            <ac:spMk id="3" creationId="{538C4B12-D84C-8F82-6FA3-7E365B68018E}"/>
          </ac:spMkLst>
        </pc:spChg>
      </pc:sldChg>
      <pc:sldChg chg="addSp delSp modSp add mod">
        <pc:chgData name="Alberto Herrán González" userId="3052a7a4-e5bb-456f-b708-32ff2d041c77" providerId="ADAL" clId="{C76ECECD-C22B-3940-BF44-19A6D139D9F2}" dt="2023-03-08T17:40:29.126" v="101"/>
        <pc:sldMkLst>
          <pc:docMk/>
          <pc:sldMk cId="3344927276" sldId="606"/>
        </pc:sldMkLst>
        <pc:spChg chg="add del mod">
          <ac:chgData name="Alberto Herrán González" userId="3052a7a4-e5bb-456f-b708-32ff2d041c77" providerId="ADAL" clId="{C76ECECD-C22B-3940-BF44-19A6D139D9F2}" dt="2023-03-08T17:40:29.126" v="101"/>
          <ac:spMkLst>
            <pc:docMk/>
            <pc:sldMk cId="3344927276" sldId="606"/>
            <ac:spMk id="3" creationId="{538C4B12-D84C-8F82-6FA3-7E365B68018E}"/>
          </ac:spMkLst>
        </pc:spChg>
        <pc:spChg chg="del">
          <ac:chgData name="Alberto Herrán González" userId="3052a7a4-e5bb-456f-b708-32ff2d041c77" providerId="ADAL" clId="{C76ECECD-C22B-3940-BF44-19A6D139D9F2}" dt="2023-03-08T17:39:40.232" v="58" actId="478"/>
          <ac:spMkLst>
            <pc:docMk/>
            <pc:sldMk cId="3344927276" sldId="606"/>
            <ac:spMk id="4" creationId="{8F5AD7F2-0CFA-C7D7-CA78-09DB1BC72657}"/>
          </ac:spMkLst>
        </pc:spChg>
        <pc:spChg chg="add del">
          <ac:chgData name="Alberto Herrán González" userId="3052a7a4-e5bb-456f-b708-32ff2d041c77" providerId="ADAL" clId="{C76ECECD-C22B-3940-BF44-19A6D139D9F2}" dt="2023-03-08T17:39:47.853" v="63" actId="478"/>
          <ac:spMkLst>
            <pc:docMk/>
            <pc:sldMk cId="3344927276" sldId="606"/>
            <ac:spMk id="5" creationId="{89ED0277-6F66-E1C6-E36F-C4B6B867BB29}"/>
          </ac:spMkLst>
        </pc:spChg>
      </pc:sldChg>
      <pc:sldChg chg="modSp add mod">
        <pc:chgData name="Alberto Herrán González" userId="3052a7a4-e5bb-456f-b708-32ff2d041c77" providerId="ADAL" clId="{C76ECECD-C22B-3940-BF44-19A6D139D9F2}" dt="2023-03-08T17:41:56.210" v="117" actId="207"/>
        <pc:sldMkLst>
          <pc:docMk/>
          <pc:sldMk cId="2160746971" sldId="607"/>
        </pc:sldMkLst>
        <pc:spChg chg="mod">
          <ac:chgData name="Alberto Herrán González" userId="3052a7a4-e5bb-456f-b708-32ff2d041c77" providerId="ADAL" clId="{C76ECECD-C22B-3940-BF44-19A6D139D9F2}" dt="2023-03-08T17:41:56.210" v="117" actId="207"/>
          <ac:spMkLst>
            <pc:docMk/>
            <pc:sldMk cId="2160746971" sldId="607"/>
            <ac:spMk id="3" creationId="{538C4B12-D84C-8F82-6FA3-7E365B68018E}"/>
          </ac:spMkLst>
        </pc:spChg>
      </pc:sldChg>
      <pc:sldChg chg="modSp add del mod">
        <pc:chgData name="Alberto Herrán González" userId="3052a7a4-e5bb-456f-b708-32ff2d041c77" providerId="ADAL" clId="{C76ECECD-C22B-3940-BF44-19A6D139D9F2}" dt="2023-03-08T17:41:25.947" v="116" actId="2696"/>
        <pc:sldMkLst>
          <pc:docMk/>
          <pc:sldMk cId="4255288852" sldId="608"/>
        </pc:sldMkLst>
        <pc:spChg chg="mod">
          <ac:chgData name="Alberto Herrán González" userId="3052a7a4-e5bb-456f-b708-32ff2d041c77" providerId="ADAL" clId="{C76ECECD-C22B-3940-BF44-19A6D139D9F2}" dt="2023-03-08T17:38:03.274" v="43" actId="108"/>
          <ac:spMkLst>
            <pc:docMk/>
            <pc:sldMk cId="4255288852" sldId="608"/>
            <ac:spMk id="3" creationId="{54F59CED-C523-48A8-946C-00D9E7EBE4F1}"/>
          </ac:spMkLst>
        </pc:spChg>
      </pc:sldChg>
    </pc:docChg>
  </pc:docChgLst>
  <pc:docChgLst>
    <pc:chgData name="Carlos Garre Del Olmo" userId="S::carlos.garre@urjc.es::2310cf0c-92a9-4f5c-b490-83d43b119688" providerId="AD" clId="Web-{4D02BEF8-E03E-4E8C-9E03-C6591A1A1060}"/>
    <pc:docChg chg="delSld">
      <pc:chgData name="Carlos Garre Del Olmo" userId="S::carlos.garre@urjc.es::2310cf0c-92a9-4f5c-b490-83d43b119688" providerId="AD" clId="Web-{4D02BEF8-E03E-4E8C-9E03-C6591A1A1060}" dt="2021-03-05T08:14:16.751" v="0"/>
      <pc:docMkLst>
        <pc:docMk/>
      </pc:docMkLst>
      <pc:sldChg chg="del">
        <pc:chgData name="Carlos Garre Del Olmo" userId="S::carlos.garre@urjc.es::2310cf0c-92a9-4f5c-b490-83d43b119688" providerId="AD" clId="Web-{4D02BEF8-E03E-4E8C-9E03-C6591A1A1060}" dt="2021-03-05T08:14:16.751" v="0"/>
        <pc:sldMkLst>
          <pc:docMk/>
          <pc:sldMk cId="3969294551" sldId="543"/>
        </pc:sldMkLst>
      </pc:sldChg>
    </pc:docChg>
  </pc:docChgLst>
  <pc:docChgLst>
    <pc:chgData name="etsii subdireccion.oa" userId="S::etsii.subdireccion.oa@urjc.es::172d4a83-4cd0-47f1-a2b7-8e2e04debd23" providerId="AD" clId="Web-{4959DF7C-3D56-BB36-1069-868265979A76}"/>
    <pc:docChg chg="modSld">
      <pc:chgData name="etsii subdireccion.oa" userId="S::etsii.subdireccion.oa@urjc.es::172d4a83-4cd0-47f1-a2b7-8e2e04debd23" providerId="AD" clId="Web-{4959DF7C-3D56-BB36-1069-868265979A76}" dt="2025-02-06T10:34:03.714" v="46" actId="20577"/>
      <pc:docMkLst>
        <pc:docMk/>
      </pc:docMkLst>
      <pc:sldChg chg="modSp modCm">
        <pc:chgData name="etsii subdireccion.oa" userId="S::etsii.subdireccion.oa@urjc.es::172d4a83-4cd0-47f1-a2b7-8e2e04debd23" providerId="AD" clId="Web-{4959DF7C-3D56-BB36-1069-868265979A76}" dt="2025-02-06T10:34:03.714" v="46" actId="20577"/>
        <pc:sldMkLst>
          <pc:docMk/>
          <pc:sldMk cId="3908869793" sldId="616"/>
        </pc:sldMkLst>
        <pc:spChg chg="mod">
          <ac:chgData name="etsii subdireccion.oa" userId="S::etsii.subdireccion.oa@urjc.es::172d4a83-4cd0-47f1-a2b7-8e2e04debd23" providerId="AD" clId="Web-{4959DF7C-3D56-BB36-1069-868265979A76}" dt="2025-02-06T10:34:03.714" v="46" actId="20577"/>
          <ac:spMkLst>
            <pc:docMk/>
            <pc:sldMk cId="3908869793" sldId="616"/>
            <ac:spMk id="3" creationId="{951917E6-E969-4978-A3B0-83233C7F8FC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tsii subdireccion.oa" userId="S::etsii.subdireccion.oa@urjc.es::172d4a83-4cd0-47f1-a2b7-8e2e04debd23" providerId="AD" clId="Web-{4959DF7C-3D56-BB36-1069-868265979A76}" dt="2025-02-06T10:34:03.714" v="46" actId="20577"/>
              <pc2:cmMkLst xmlns:pc2="http://schemas.microsoft.com/office/powerpoint/2019/9/main/command">
                <pc:docMk/>
                <pc:sldMk cId="3908869793" sldId="616"/>
                <pc2:cmMk id="{B1E57869-1418-4236-B4A0-19B12928A2D5}"/>
              </pc2:cmMkLst>
            </pc226:cmChg>
          </p:ext>
        </pc:extLst>
      </pc:sldChg>
    </pc:docChg>
  </pc:docChgLst>
  <pc:docChgLst>
    <pc:chgData name="Oriol Borrás Gené" userId="S::oriol.borras@urjc.es::aea611aa-1d44-4c50-abd0-2064e044183a" providerId="AD" clId="Web-{F08EE833-A07D-4491-925B-64C8BF3BA166}"/>
    <pc:docChg chg="modSld">
      <pc:chgData name="Oriol Borrás Gené" userId="S::oriol.borras@urjc.es::aea611aa-1d44-4c50-abd0-2064e044183a" providerId="AD" clId="Web-{F08EE833-A07D-4491-925B-64C8BF3BA166}" dt="2020-02-25T07:29:57.752" v="27" actId="14100"/>
      <pc:docMkLst>
        <pc:docMk/>
      </pc:docMkLst>
      <pc:sldChg chg="addSp delSp modSp">
        <pc:chgData name="Oriol Borrás Gené" userId="S::oriol.borras@urjc.es::aea611aa-1d44-4c50-abd0-2064e044183a" providerId="AD" clId="Web-{F08EE833-A07D-4491-925B-64C8BF3BA166}" dt="2020-02-25T07:27:26.176" v="4" actId="1076"/>
        <pc:sldMkLst>
          <pc:docMk/>
          <pc:sldMk cId="0" sldId="431"/>
        </pc:sldMkLst>
        <pc:picChg chg="del">
          <ac:chgData name="Oriol Borrás Gené" userId="S::oriol.borras@urjc.es::aea611aa-1d44-4c50-abd0-2064e044183a" providerId="AD" clId="Web-{F08EE833-A07D-4491-925B-64C8BF3BA166}" dt="2020-02-25T07:26:52.927" v="0"/>
          <ac:picMkLst>
            <pc:docMk/>
            <pc:sldMk cId="0" sldId="431"/>
            <ac:picMk id="3" creationId="{00000000-0000-0000-0000-000000000000}"/>
          </ac:picMkLst>
        </pc:picChg>
        <pc:picChg chg="add mod">
          <ac:chgData name="Oriol Borrás Gené" userId="S::oriol.borras@urjc.es::aea611aa-1d44-4c50-abd0-2064e044183a" providerId="AD" clId="Web-{F08EE833-A07D-4491-925B-64C8BF3BA166}" dt="2020-02-25T07:27:26.176" v="4" actId="1076"/>
          <ac:picMkLst>
            <pc:docMk/>
            <pc:sldMk cId="0" sldId="431"/>
            <ac:picMk id="4" creationId="{5491D80F-A99A-4DC7-82E0-C0AA6E5C8393}"/>
          </ac:picMkLst>
        </pc:picChg>
      </pc:sldChg>
      <pc:sldChg chg="addSp delSp modSp">
        <pc:chgData name="Oriol Borrás Gené" userId="S::oriol.borras@urjc.es::aea611aa-1d44-4c50-abd0-2064e044183a" providerId="AD" clId="Web-{F08EE833-A07D-4491-925B-64C8BF3BA166}" dt="2020-02-25T07:29:57.752" v="27" actId="14100"/>
        <pc:sldMkLst>
          <pc:docMk/>
          <pc:sldMk cId="0" sldId="432"/>
        </pc:sldMkLst>
        <pc:spChg chg="mod">
          <ac:chgData name="Oriol Borrás Gené" userId="S::oriol.borras@urjc.es::aea611aa-1d44-4c50-abd0-2064e044183a" providerId="AD" clId="Web-{F08EE833-A07D-4491-925B-64C8BF3BA166}" dt="2020-02-25T07:29:05.644" v="19" actId="1076"/>
          <ac:spMkLst>
            <pc:docMk/>
            <pc:sldMk cId="0" sldId="432"/>
            <ac:spMk id="4" creationId="{00000000-0000-0000-0000-000000000000}"/>
          </ac:spMkLst>
        </pc:spChg>
        <pc:graphicFrameChg chg="del">
          <ac:chgData name="Oriol Borrás Gené" userId="S::oriol.borras@urjc.es::aea611aa-1d44-4c50-abd0-2064e044183a" providerId="AD" clId="Web-{F08EE833-A07D-4491-925B-64C8BF3BA166}" dt="2020-02-25T07:27:56.504" v="10"/>
          <ac:graphicFrameMkLst>
            <pc:docMk/>
            <pc:sldMk cId="0" sldId="432"/>
            <ac:graphicFrameMk id="11" creationId="{00000000-0000-0000-0000-000000000000}"/>
          </ac:graphicFrameMkLst>
        </pc:graphicFrameChg>
        <pc:picChg chg="mod modCrop">
          <ac:chgData name="Oriol Borrás Gené" userId="S::oriol.borras@urjc.es::aea611aa-1d44-4c50-abd0-2064e044183a" providerId="AD" clId="Web-{F08EE833-A07D-4491-925B-64C8BF3BA166}" dt="2020-02-25T07:29:53.159" v="26" actId="1076"/>
          <ac:picMkLst>
            <pc:docMk/>
            <pc:sldMk cId="0" sldId="432"/>
            <ac:picMk id="5" creationId="{00000000-0000-0000-0000-000000000000}"/>
          </ac:picMkLst>
        </pc:picChg>
        <pc:picChg chg="add mod modCrop">
          <ac:chgData name="Oriol Borrás Gené" userId="S::oriol.borras@urjc.es::aea611aa-1d44-4c50-abd0-2064e044183a" providerId="AD" clId="Web-{F08EE833-A07D-4491-925B-64C8BF3BA166}" dt="2020-02-25T07:29:57.752" v="27" actId="14100"/>
          <ac:picMkLst>
            <pc:docMk/>
            <pc:sldMk cId="0" sldId="432"/>
            <ac:picMk id="9" creationId="{AE319F48-DC27-4AFD-A97F-9C1A9EA2059F}"/>
          </ac:picMkLst>
        </pc:picChg>
      </pc:sldChg>
    </pc:docChg>
  </pc:docChgLst>
  <pc:docChgLst>
    <pc:chgData name="Jesús Sanchez-Oro Calvo" userId="S::jesus.sanchezoro@urjc.es::7a1a82d3-2fa3-4ccc-a987-67365126dc6a" providerId="AD" clId="Web-{FCF9A882-3E9B-4F94-9F03-5D152C97B3DF}"/>
    <pc:docChg chg="modSld">
      <pc:chgData name="Jesús Sanchez-Oro Calvo" userId="S::jesus.sanchezoro@urjc.es::7a1a82d3-2fa3-4ccc-a987-67365126dc6a" providerId="AD" clId="Web-{FCF9A882-3E9B-4F94-9F03-5D152C97B3DF}" dt="2020-03-03T10:38:45.356" v="6" actId="20577"/>
      <pc:docMkLst>
        <pc:docMk/>
      </pc:docMkLst>
      <pc:sldChg chg="addSp delSp modSp">
        <pc:chgData name="Jesús Sanchez-Oro Calvo" userId="S::jesus.sanchezoro@urjc.es::7a1a82d3-2fa3-4ccc-a987-67365126dc6a" providerId="AD" clId="Web-{FCF9A882-3E9B-4F94-9F03-5D152C97B3DF}" dt="2020-03-03T10:38:45.356" v="5" actId="20577"/>
        <pc:sldMkLst>
          <pc:docMk/>
          <pc:sldMk cId="0" sldId="399"/>
        </pc:sldMkLst>
        <pc:spChg chg="mod">
          <ac:chgData name="Jesús Sanchez-Oro Calvo" userId="S::jesus.sanchezoro@urjc.es::7a1a82d3-2fa3-4ccc-a987-67365126dc6a" providerId="AD" clId="Web-{FCF9A882-3E9B-4F94-9F03-5D152C97B3DF}" dt="2020-03-03T10:38:45.356" v="5" actId="20577"/>
          <ac:spMkLst>
            <pc:docMk/>
            <pc:sldMk cId="0" sldId="399"/>
            <ac:spMk id="23" creationId="{00000000-0000-0000-0000-000000000000}"/>
          </ac:spMkLst>
        </pc:spChg>
        <pc:picChg chg="add mod">
          <ac:chgData name="Jesús Sanchez-Oro Calvo" userId="S::jesus.sanchezoro@urjc.es::7a1a82d3-2fa3-4ccc-a987-67365126dc6a" providerId="AD" clId="Web-{FCF9A882-3E9B-4F94-9F03-5D152C97B3DF}" dt="2020-03-03T10:38:23.403" v="2" actId="14100"/>
          <ac:picMkLst>
            <pc:docMk/>
            <pc:sldMk cId="0" sldId="399"/>
            <ac:picMk id="3" creationId="{AB3D00FB-258D-482A-BD1E-058A1A2C0D1D}"/>
          </ac:picMkLst>
        </pc:picChg>
        <pc:picChg chg="del">
          <ac:chgData name="Jesús Sanchez-Oro Calvo" userId="S::jesus.sanchezoro@urjc.es::7a1a82d3-2fa3-4ccc-a987-67365126dc6a" providerId="AD" clId="Web-{FCF9A882-3E9B-4F94-9F03-5D152C97B3DF}" dt="2020-03-03T10:38:17.825" v="0"/>
          <ac:picMkLst>
            <pc:docMk/>
            <pc:sldMk cId="0" sldId="399"/>
            <ac:picMk id="24" creationId="{00000000-0000-0000-0000-000000000000}"/>
          </ac:picMkLst>
        </pc:picChg>
      </pc:sldChg>
    </pc:docChg>
  </pc:docChgLst>
  <pc:docChgLst>
    <pc:chgData name="Ángel Serrano Sánchez De León" userId="S::angel.serrano@urjc.es::4b660899-f5ce-4a99-a649-21508a0cc737" providerId="AD" clId="Web-{3F16D686-1008-6277-0DB1-29A362656BFE}"/>
    <pc:docChg chg="modSld">
      <pc:chgData name="Ángel Serrano Sánchez De León" userId="S::angel.serrano@urjc.es::4b660899-f5ce-4a99-a649-21508a0cc737" providerId="AD" clId="Web-{3F16D686-1008-6277-0DB1-29A362656BFE}" dt="2024-02-16T11:21:56.920" v="1" actId="20577"/>
      <pc:docMkLst>
        <pc:docMk/>
      </pc:docMkLst>
      <pc:sldChg chg="modSp">
        <pc:chgData name="Ángel Serrano Sánchez De León" userId="S::angel.serrano@urjc.es::4b660899-f5ce-4a99-a649-21508a0cc737" providerId="AD" clId="Web-{3F16D686-1008-6277-0DB1-29A362656BFE}" dt="2024-02-16T11:21:56.920" v="1" actId="20577"/>
        <pc:sldMkLst>
          <pc:docMk/>
          <pc:sldMk cId="0" sldId="372"/>
        </pc:sldMkLst>
        <pc:spChg chg="mod">
          <ac:chgData name="Ángel Serrano Sánchez De León" userId="S::angel.serrano@urjc.es::4b660899-f5ce-4a99-a649-21508a0cc737" providerId="AD" clId="Web-{3F16D686-1008-6277-0DB1-29A362656BFE}" dt="2024-02-16T11:21:56.920" v="1" actId="20577"/>
          <ac:spMkLst>
            <pc:docMk/>
            <pc:sldMk cId="0" sldId="372"/>
            <ac:spMk id="2" creationId="{00000000-0000-0000-0000-000000000000}"/>
          </ac:spMkLst>
        </pc:spChg>
      </pc:sldChg>
    </pc:docChg>
  </pc:docChgLst>
  <pc:docChgLst>
    <pc:chgData name="Carlos Garre Del Olmo" userId="2310cf0c-92a9-4f5c-b490-83d43b119688" providerId="ADAL" clId="{0EC80BF8-AC8A-4AA7-985A-D4AC28F1FB81}"/>
    <pc:docChg chg="undo custSel addSld delSld modSld">
      <pc:chgData name="Carlos Garre Del Olmo" userId="2310cf0c-92a9-4f5c-b490-83d43b119688" providerId="ADAL" clId="{0EC80BF8-AC8A-4AA7-985A-D4AC28F1FB81}" dt="2023-03-08T20:38:49.096" v="3817" actId="20577"/>
      <pc:docMkLst>
        <pc:docMk/>
      </pc:docMkLst>
      <pc:sldChg chg="modSp mod">
        <pc:chgData name="Carlos Garre Del Olmo" userId="2310cf0c-92a9-4f5c-b490-83d43b119688" providerId="ADAL" clId="{0EC80BF8-AC8A-4AA7-985A-D4AC28F1FB81}" dt="2023-03-08T18:42:59.592" v="1284" actId="20577"/>
        <pc:sldMkLst>
          <pc:docMk/>
          <pc:sldMk cId="779758563" sldId="564"/>
        </pc:sldMkLst>
        <pc:spChg chg="mod">
          <ac:chgData name="Carlos Garre Del Olmo" userId="2310cf0c-92a9-4f5c-b490-83d43b119688" providerId="ADAL" clId="{0EC80BF8-AC8A-4AA7-985A-D4AC28F1FB81}" dt="2023-03-08T18:42:59.592" v="1284" actId="20577"/>
          <ac:spMkLst>
            <pc:docMk/>
            <pc:sldMk cId="779758563" sldId="564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08.777" v="1294" actId="20577"/>
        <pc:sldMkLst>
          <pc:docMk/>
          <pc:sldMk cId="2494541123" sldId="580"/>
        </pc:sldMkLst>
        <pc:spChg chg="mod">
          <ac:chgData name="Carlos Garre Del Olmo" userId="2310cf0c-92a9-4f5c-b490-83d43b119688" providerId="ADAL" clId="{0EC80BF8-AC8A-4AA7-985A-D4AC28F1FB81}" dt="2023-03-08T18:43:08.777" v="1294" actId="20577"/>
          <ac:spMkLst>
            <pc:docMk/>
            <pc:sldMk cId="2494541123" sldId="580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03.536" v="1289" actId="20577"/>
        <pc:sldMkLst>
          <pc:docMk/>
          <pc:sldMk cId="2869112124" sldId="582"/>
        </pc:sldMkLst>
        <pc:spChg chg="mod">
          <ac:chgData name="Carlos Garre Del Olmo" userId="2310cf0c-92a9-4f5c-b490-83d43b119688" providerId="ADAL" clId="{0EC80BF8-AC8A-4AA7-985A-D4AC28F1FB81}" dt="2023-03-08T18:43:03.536" v="1289" actId="20577"/>
          <ac:spMkLst>
            <pc:docMk/>
            <pc:sldMk cId="2869112124" sldId="582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12.577" v="1299" actId="20577"/>
        <pc:sldMkLst>
          <pc:docMk/>
          <pc:sldMk cId="988198126" sldId="595"/>
        </pc:sldMkLst>
        <pc:spChg chg="mod">
          <ac:chgData name="Carlos Garre Del Olmo" userId="2310cf0c-92a9-4f5c-b490-83d43b119688" providerId="ADAL" clId="{0EC80BF8-AC8A-4AA7-985A-D4AC28F1FB81}" dt="2023-03-08T18:43:12.577" v="1299" actId="20577"/>
          <ac:spMkLst>
            <pc:docMk/>
            <pc:sldMk cId="988198126" sldId="595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16.830" v="1304" actId="20577"/>
        <pc:sldMkLst>
          <pc:docMk/>
          <pc:sldMk cId="2394437114" sldId="596"/>
        </pc:sldMkLst>
        <pc:spChg chg="mod">
          <ac:chgData name="Carlos Garre Del Olmo" userId="2310cf0c-92a9-4f5c-b490-83d43b119688" providerId="ADAL" clId="{0EC80BF8-AC8A-4AA7-985A-D4AC28F1FB81}" dt="2023-03-08T18:43:16.830" v="1304" actId="20577"/>
          <ac:spMkLst>
            <pc:docMk/>
            <pc:sldMk cId="2394437114" sldId="596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3:21.081" v="1309" actId="20577"/>
        <pc:sldMkLst>
          <pc:docMk/>
          <pc:sldMk cId="1586159795" sldId="597"/>
        </pc:sldMkLst>
        <pc:spChg chg="mod">
          <ac:chgData name="Carlos Garre Del Olmo" userId="2310cf0c-92a9-4f5c-b490-83d43b119688" providerId="ADAL" clId="{0EC80BF8-AC8A-4AA7-985A-D4AC28F1FB81}" dt="2023-03-08T18:43:21.081" v="1309" actId="20577"/>
          <ac:spMkLst>
            <pc:docMk/>
            <pc:sldMk cId="1586159795" sldId="597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2:30.508" v="1246" actId="20577"/>
        <pc:sldMkLst>
          <pc:docMk/>
          <pc:sldMk cId="3146258992" sldId="601"/>
        </pc:sldMkLst>
        <pc:spChg chg="mod">
          <ac:chgData name="Carlos Garre Del Olmo" userId="2310cf0c-92a9-4f5c-b490-83d43b119688" providerId="ADAL" clId="{0EC80BF8-AC8A-4AA7-985A-D4AC28F1FB81}" dt="2023-03-08T18:42:30.508" v="1246" actId="20577"/>
          <ac:spMkLst>
            <pc:docMk/>
            <pc:sldMk cId="3146258992" sldId="601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2:36.184" v="1257" actId="20577"/>
        <pc:sldMkLst>
          <pc:docMk/>
          <pc:sldMk cId="3164505865" sldId="605"/>
        </pc:sldMkLst>
        <pc:spChg chg="mod">
          <ac:chgData name="Carlos Garre Del Olmo" userId="2310cf0c-92a9-4f5c-b490-83d43b119688" providerId="ADAL" clId="{0EC80BF8-AC8A-4AA7-985A-D4AC28F1FB81}" dt="2023-03-08T18:42:36.184" v="1257" actId="20577"/>
          <ac:spMkLst>
            <pc:docMk/>
            <pc:sldMk cId="3164505865" sldId="605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2:42.025" v="1268" actId="20577"/>
        <pc:sldMkLst>
          <pc:docMk/>
          <pc:sldMk cId="3344927276" sldId="606"/>
        </pc:sldMkLst>
        <pc:spChg chg="mod">
          <ac:chgData name="Carlos Garre Del Olmo" userId="2310cf0c-92a9-4f5c-b490-83d43b119688" providerId="ADAL" clId="{0EC80BF8-AC8A-4AA7-985A-D4AC28F1FB81}" dt="2023-03-08T18:42:42.025" v="1268" actId="20577"/>
          <ac:spMkLst>
            <pc:docMk/>
            <pc:sldMk cId="3344927276" sldId="606"/>
            <ac:spMk id="6146" creationId="{00000000-0000-0000-0000-000000000000}"/>
          </ac:spMkLst>
        </pc:spChg>
      </pc:sldChg>
      <pc:sldChg chg="modSp mod">
        <pc:chgData name="Carlos Garre Del Olmo" userId="2310cf0c-92a9-4f5c-b490-83d43b119688" providerId="ADAL" clId="{0EC80BF8-AC8A-4AA7-985A-D4AC28F1FB81}" dt="2023-03-08T18:42:47.457" v="1279" actId="20577"/>
        <pc:sldMkLst>
          <pc:docMk/>
          <pc:sldMk cId="2160746971" sldId="607"/>
        </pc:sldMkLst>
        <pc:spChg chg="mod">
          <ac:chgData name="Carlos Garre Del Olmo" userId="2310cf0c-92a9-4f5c-b490-83d43b119688" providerId="ADAL" clId="{0EC80BF8-AC8A-4AA7-985A-D4AC28F1FB81}" dt="2023-03-08T18:42:47.457" v="1279" actId="20577"/>
          <ac:spMkLst>
            <pc:docMk/>
            <pc:sldMk cId="2160746971" sldId="607"/>
            <ac:spMk id="6146" creationId="{00000000-0000-0000-0000-000000000000}"/>
          </ac:spMkLst>
        </pc:spChg>
      </pc:sldChg>
      <pc:sldChg chg="addSp delSp modSp add mod modNotesTx">
        <pc:chgData name="Carlos Garre Del Olmo" userId="2310cf0c-92a9-4f5c-b490-83d43b119688" providerId="ADAL" clId="{0EC80BF8-AC8A-4AA7-985A-D4AC28F1FB81}" dt="2023-03-08T20:38:49.096" v="3817" actId="20577"/>
        <pc:sldMkLst>
          <pc:docMk/>
          <pc:sldMk cId="1410686246" sldId="608"/>
        </pc:sldMkLst>
        <pc:spChg chg="del">
          <ac:chgData name="Carlos Garre Del Olmo" userId="2310cf0c-92a9-4f5c-b490-83d43b119688" providerId="ADAL" clId="{0EC80BF8-AC8A-4AA7-985A-D4AC28F1FB81}" dt="2023-03-08T19:17:08.763" v="2861" actId="478"/>
          <ac:spMkLst>
            <pc:docMk/>
            <pc:sldMk cId="1410686246" sldId="608"/>
            <ac:spMk id="3" creationId="{9E27BD4F-9572-1358-F479-5ABC0515568A}"/>
          </ac:spMkLst>
        </pc:spChg>
        <pc:spChg chg="del">
          <ac:chgData name="Carlos Garre Del Olmo" userId="2310cf0c-92a9-4f5c-b490-83d43b119688" providerId="ADAL" clId="{0EC80BF8-AC8A-4AA7-985A-D4AC28F1FB81}" dt="2023-03-08T19:17:06.269" v="2860" actId="478"/>
          <ac:spMkLst>
            <pc:docMk/>
            <pc:sldMk cId="1410686246" sldId="608"/>
            <ac:spMk id="4" creationId="{3656AE40-2485-AB75-64F4-D8D2E066DC6B}"/>
          </ac:spMkLst>
        </pc:spChg>
        <pc:spChg chg="del">
          <ac:chgData name="Carlos Garre Del Olmo" userId="2310cf0c-92a9-4f5c-b490-83d43b119688" providerId="ADAL" clId="{0EC80BF8-AC8A-4AA7-985A-D4AC28F1FB81}" dt="2023-03-08T19:17:11.900" v="2862" actId="478"/>
          <ac:spMkLst>
            <pc:docMk/>
            <pc:sldMk cId="1410686246" sldId="608"/>
            <ac:spMk id="5" creationId="{906EC3CC-2B28-2F28-11C5-678CF1F39A06}"/>
          </ac:spMkLst>
        </pc:spChg>
        <pc:spChg chg="del">
          <ac:chgData name="Carlos Garre Del Olmo" userId="2310cf0c-92a9-4f5c-b490-83d43b119688" providerId="ADAL" clId="{0EC80BF8-AC8A-4AA7-985A-D4AC28F1FB81}" dt="2023-03-08T19:17:14.485" v="2863" actId="478"/>
          <ac:spMkLst>
            <pc:docMk/>
            <pc:sldMk cId="1410686246" sldId="608"/>
            <ac:spMk id="6" creationId="{7BE60996-A8EF-5DE2-9818-8416BC8748DB}"/>
          </ac:spMkLst>
        </pc:spChg>
        <pc:spChg chg="del">
          <ac:chgData name="Carlos Garre Del Olmo" userId="2310cf0c-92a9-4f5c-b490-83d43b119688" providerId="ADAL" clId="{0EC80BF8-AC8A-4AA7-985A-D4AC28F1FB81}" dt="2023-03-08T19:17:17.107" v="2864" actId="478"/>
          <ac:spMkLst>
            <pc:docMk/>
            <pc:sldMk cId="1410686246" sldId="608"/>
            <ac:spMk id="7" creationId="{B03BF669-505E-10E0-155E-E187DECEEC6C}"/>
          </ac:spMkLst>
        </pc:spChg>
        <pc:spChg chg="del">
          <ac:chgData name="Carlos Garre Del Olmo" userId="2310cf0c-92a9-4f5c-b490-83d43b119688" providerId="ADAL" clId="{0EC80BF8-AC8A-4AA7-985A-D4AC28F1FB81}" dt="2023-03-08T19:17:20.773" v="2865" actId="478"/>
          <ac:spMkLst>
            <pc:docMk/>
            <pc:sldMk cId="1410686246" sldId="608"/>
            <ac:spMk id="8" creationId="{0644BA8E-0964-F84E-D3F3-833E4AAF07F1}"/>
          </ac:spMkLst>
        </pc:spChg>
        <pc:spChg chg="add mod">
          <ac:chgData name="Carlos Garre Del Olmo" userId="2310cf0c-92a9-4f5c-b490-83d43b119688" providerId="ADAL" clId="{0EC80BF8-AC8A-4AA7-985A-D4AC28F1FB81}" dt="2023-03-08T20:38:49.096" v="3817" actId="20577"/>
          <ac:spMkLst>
            <pc:docMk/>
            <pc:sldMk cId="1410686246" sldId="608"/>
            <ac:spMk id="9" creationId="{ADDC58C2-DF95-2235-4F59-3737092AC32B}"/>
          </ac:spMkLst>
        </pc:spChg>
        <pc:spChg chg="mod">
          <ac:chgData name="Carlos Garre Del Olmo" userId="2310cf0c-92a9-4f5c-b490-83d43b119688" providerId="ADAL" clId="{0EC80BF8-AC8A-4AA7-985A-D4AC28F1FB81}" dt="2023-03-08T18:17:10.197" v="33" actId="6549"/>
          <ac:spMkLst>
            <pc:docMk/>
            <pc:sldMk cId="1410686246" sldId="608"/>
            <ac:spMk id="6146" creationId="{00000000-0000-0000-0000-000000000000}"/>
          </ac:spMkLst>
        </pc:spChg>
      </pc:sldChg>
      <pc:sldChg chg="modSp add del mod">
        <pc:chgData name="Carlos Garre Del Olmo" userId="2310cf0c-92a9-4f5c-b490-83d43b119688" providerId="ADAL" clId="{0EC80BF8-AC8A-4AA7-985A-D4AC28F1FB81}" dt="2023-03-08T18:18:23.674" v="41" actId="47"/>
        <pc:sldMkLst>
          <pc:docMk/>
          <pc:sldMk cId="3953061279" sldId="609"/>
        </pc:sldMkLst>
        <pc:spChg chg="mod">
          <ac:chgData name="Carlos Garre Del Olmo" userId="2310cf0c-92a9-4f5c-b490-83d43b119688" providerId="ADAL" clId="{0EC80BF8-AC8A-4AA7-985A-D4AC28F1FB81}" dt="2023-03-08T18:17:14.058" v="34" actId="6549"/>
          <ac:spMkLst>
            <pc:docMk/>
            <pc:sldMk cId="3953061279" sldId="609"/>
            <ac:spMk id="6146" creationId="{00000000-0000-0000-0000-000000000000}"/>
          </ac:spMkLst>
        </pc:spChg>
      </pc:sldChg>
      <pc:sldChg chg="delSp modSp add mod modNotesTx">
        <pc:chgData name="Carlos Garre Del Olmo" userId="2310cf0c-92a9-4f5c-b490-83d43b119688" providerId="ADAL" clId="{0EC80BF8-AC8A-4AA7-985A-D4AC28F1FB81}" dt="2023-03-08T20:31:06.126" v="3740" actId="6549"/>
        <pc:sldMkLst>
          <pc:docMk/>
          <pc:sldMk cId="2120482610" sldId="610"/>
        </pc:sldMkLst>
        <pc:spChg chg="mod">
          <ac:chgData name="Carlos Garre Del Olmo" userId="2310cf0c-92a9-4f5c-b490-83d43b119688" providerId="ADAL" clId="{0EC80BF8-AC8A-4AA7-985A-D4AC28F1FB81}" dt="2023-03-08T19:13:22.656" v="2736" actId="20577"/>
          <ac:spMkLst>
            <pc:docMk/>
            <pc:sldMk cId="2120482610" sldId="610"/>
            <ac:spMk id="3" creationId="{8B2E1B5B-F1F0-5A93-F5EA-786382B762F9}"/>
          </ac:spMkLst>
        </pc:spChg>
        <pc:spChg chg="del">
          <ac:chgData name="Carlos Garre Del Olmo" userId="2310cf0c-92a9-4f5c-b490-83d43b119688" providerId="ADAL" clId="{0EC80BF8-AC8A-4AA7-985A-D4AC28F1FB81}" dt="2023-03-08T18:53:07.036" v="1652" actId="478"/>
          <ac:spMkLst>
            <pc:docMk/>
            <pc:sldMk cId="2120482610" sldId="610"/>
            <ac:spMk id="4" creationId="{0A2EAEF6-B764-BF46-31B8-BEEF8E2001A1}"/>
          </ac:spMkLst>
        </pc:spChg>
        <pc:spChg chg="del">
          <ac:chgData name="Carlos Garre Del Olmo" userId="2310cf0c-92a9-4f5c-b490-83d43b119688" providerId="ADAL" clId="{0EC80BF8-AC8A-4AA7-985A-D4AC28F1FB81}" dt="2023-03-08T18:53:05.913" v="1651" actId="478"/>
          <ac:spMkLst>
            <pc:docMk/>
            <pc:sldMk cId="2120482610" sldId="610"/>
            <ac:spMk id="5" creationId="{543F0EDE-EED8-F8DE-4B01-E93E977ED77D}"/>
          </ac:spMkLst>
        </pc:spChg>
        <pc:spChg chg="del">
          <ac:chgData name="Carlos Garre Del Olmo" userId="2310cf0c-92a9-4f5c-b490-83d43b119688" providerId="ADAL" clId="{0EC80BF8-AC8A-4AA7-985A-D4AC28F1FB81}" dt="2023-03-08T18:53:01.533" v="1649" actId="478"/>
          <ac:spMkLst>
            <pc:docMk/>
            <pc:sldMk cId="2120482610" sldId="610"/>
            <ac:spMk id="6" creationId="{5C23AF5F-D869-EB23-AAC9-BC9D3ED7CAC9}"/>
          </ac:spMkLst>
        </pc:spChg>
        <pc:spChg chg="del">
          <ac:chgData name="Carlos Garre Del Olmo" userId="2310cf0c-92a9-4f5c-b490-83d43b119688" providerId="ADAL" clId="{0EC80BF8-AC8A-4AA7-985A-D4AC28F1FB81}" dt="2023-03-08T18:53:04.003" v="1650" actId="478"/>
          <ac:spMkLst>
            <pc:docMk/>
            <pc:sldMk cId="2120482610" sldId="610"/>
            <ac:spMk id="7" creationId="{BBCF742C-5357-4F99-E160-7A9C0B677B95}"/>
          </ac:spMkLst>
        </pc:spChg>
        <pc:spChg chg="mod">
          <ac:chgData name="Carlos Garre Del Olmo" userId="2310cf0c-92a9-4f5c-b490-83d43b119688" providerId="ADAL" clId="{0EC80BF8-AC8A-4AA7-985A-D4AC28F1FB81}" dt="2023-03-08T18:17:18.545" v="35" actId="6549"/>
          <ac:spMkLst>
            <pc:docMk/>
            <pc:sldMk cId="2120482610" sldId="610"/>
            <ac:spMk id="6146" creationId="{00000000-0000-0000-0000-000000000000}"/>
          </ac:spMkLst>
        </pc:spChg>
      </pc:sldChg>
      <pc:sldChg chg="modSp add del mod">
        <pc:chgData name="Carlos Garre Del Olmo" userId="2310cf0c-92a9-4f5c-b490-83d43b119688" providerId="ADAL" clId="{0EC80BF8-AC8A-4AA7-985A-D4AC28F1FB81}" dt="2023-03-08T18:17:04.331" v="32" actId="47"/>
        <pc:sldMkLst>
          <pc:docMk/>
          <pc:sldMk cId="228617808" sldId="611"/>
        </pc:sldMkLst>
        <pc:spChg chg="mod">
          <ac:chgData name="Carlos Garre Del Olmo" userId="2310cf0c-92a9-4f5c-b490-83d43b119688" providerId="ADAL" clId="{0EC80BF8-AC8A-4AA7-985A-D4AC28F1FB81}" dt="2023-03-08T18:16:56.945" v="26" actId="20577"/>
          <ac:spMkLst>
            <pc:docMk/>
            <pc:sldMk cId="228617808" sldId="611"/>
            <ac:spMk id="6146" creationId="{00000000-0000-0000-0000-000000000000}"/>
          </ac:spMkLst>
        </pc:spChg>
      </pc:sldChg>
      <pc:sldChg chg="modSp add del mod">
        <pc:chgData name="Carlos Garre Del Olmo" userId="2310cf0c-92a9-4f5c-b490-83d43b119688" providerId="ADAL" clId="{0EC80BF8-AC8A-4AA7-985A-D4AC28F1FB81}" dt="2023-03-08T18:17:04.331" v="32" actId="47"/>
        <pc:sldMkLst>
          <pc:docMk/>
          <pc:sldMk cId="4223716748" sldId="612"/>
        </pc:sldMkLst>
        <pc:spChg chg="mod">
          <ac:chgData name="Carlos Garre Del Olmo" userId="2310cf0c-92a9-4f5c-b490-83d43b119688" providerId="ADAL" clId="{0EC80BF8-AC8A-4AA7-985A-D4AC28F1FB81}" dt="2023-03-08T18:17:00.706" v="31" actId="20577"/>
          <ac:spMkLst>
            <pc:docMk/>
            <pc:sldMk cId="4223716748" sldId="612"/>
            <ac:spMk id="6146" creationId="{00000000-0000-0000-0000-000000000000}"/>
          </ac:spMkLst>
        </pc:spChg>
      </pc:sldChg>
      <pc:sldChg chg="addSp delSp modSp add mod modNotesTx">
        <pc:chgData name="Carlos Garre Del Olmo" userId="2310cf0c-92a9-4f5c-b490-83d43b119688" providerId="ADAL" clId="{0EC80BF8-AC8A-4AA7-985A-D4AC28F1FB81}" dt="2023-03-08T20:33:28.263" v="3742" actId="6549"/>
        <pc:sldMkLst>
          <pc:docMk/>
          <pc:sldMk cId="3332144115" sldId="613"/>
        </pc:sldMkLst>
        <pc:spChg chg="add del mod">
          <ac:chgData name="Carlos Garre Del Olmo" userId="2310cf0c-92a9-4f5c-b490-83d43b119688" providerId="ADAL" clId="{0EC80BF8-AC8A-4AA7-985A-D4AC28F1FB81}" dt="2023-03-08T18:26:52.458" v="649" actId="478"/>
          <ac:spMkLst>
            <pc:docMk/>
            <pc:sldMk cId="3332144115" sldId="613"/>
            <ac:spMk id="3" creationId="{CB04EF7B-643F-56D0-5FAE-D04F6C1AC704}"/>
          </ac:spMkLst>
        </pc:spChg>
        <pc:spChg chg="add del mod">
          <ac:chgData name="Carlos Garre Del Olmo" userId="2310cf0c-92a9-4f5c-b490-83d43b119688" providerId="ADAL" clId="{0EC80BF8-AC8A-4AA7-985A-D4AC28F1FB81}" dt="2023-03-08T18:34:12.957" v="765" actId="478"/>
          <ac:spMkLst>
            <pc:docMk/>
            <pc:sldMk cId="3332144115" sldId="613"/>
            <ac:spMk id="4" creationId="{F927B73C-8F36-C8E4-8D8E-1E251D32DE45}"/>
          </ac:spMkLst>
        </pc:spChg>
        <pc:spChg chg="add mod">
          <ac:chgData name="Carlos Garre Del Olmo" userId="2310cf0c-92a9-4f5c-b490-83d43b119688" providerId="ADAL" clId="{0EC80BF8-AC8A-4AA7-985A-D4AC28F1FB81}" dt="2023-03-08T18:35:58.893" v="776" actId="21"/>
          <ac:spMkLst>
            <pc:docMk/>
            <pc:sldMk cId="3332144115" sldId="613"/>
            <ac:spMk id="5" creationId="{374E9AA2-7EDC-7C07-4BEF-603E37C03576}"/>
          </ac:spMkLst>
        </pc:spChg>
        <pc:spChg chg="add mod">
          <ac:chgData name="Carlos Garre Del Olmo" userId="2310cf0c-92a9-4f5c-b490-83d43b119688" providerId="ADAL" clId="{0EC80BF8-AC8A-4AA7-985A-D4AC28F1FB81}" dt="2023-03-08T18:36:18.092" v="782" actId="21"/>
          <ac:spMkLst>
            <pc:docMk/>
            <pc:sldMk cId="3332144115" sldId="613"/>
            <ac:spMk id="6" creationId="{C9FF8FBE-DE52-2B2A-B3F5-AB05A1A932F8}"/>
          </ac:spMkLst>
        </pc:spChg>
        <pc:spChg chg="mod">
          <ac:chgData name="Carlos Garre Del Olmo" userId="2310cf0c-92a9-4f5c-b490-83d43b119688" providerId="ADAL" clId="{0EC80BF8-AC8A-4AA7-985A-D4AC28F1FB81}" dt="2023-03-08T18:35:15.497" v="770" actId="5793"/>
          <ac:spMkLst>
            <pc:docMk/>
            <pc:sldMk cId="3332144115" sldId="613"/>
            <ac:spMk id="8" creationId="{72484189-B07F-4D36-9BD9-00CB39442DEB}"/>
          </ac:spMkLst>
        </pc:spChg>
        <pc:spChg chg="add del">
          <ac:chgData name="Carlos Garre Del Olmo" userId="2310cf0c-92a9-4f5c-b490-83d43b119688" providerId="ADAL" clId="{0EC80BF8-AC8A-4AA7-985A-D4AC28F1FB81}" dt="2023-03-08T18:36:32.830" v="787" actId="478"/>
          <ac:spMkLst>
            <pc:docMk/>
            <pc:sldMk cId="3332144115" sldId="613"/>
            <ac:spMk id="9" creationId="{925CD1FF-778E-81A7-ABBE-718C5C01726B}"/>
          </ac:spMkLst>
        </pc:spChg>
        <pc:spChg chg="add mod">
          <ac:chgData name="Carlos Garre Del Olmo" userId="2310cf0c-92a9-4f5c-b490-83d43b119688" providerId="ADAL" clId="{0EC80BF8-AC8A-4AA7-985A-D4AC28F1FB81}" dt="2023-03-08T18:36:41.490" v="789" actId="1076"/>
          <ac:spMkLst>
            <pc:docMk/>
            <pc:sldMk cId="3332144115" sldId="613"/>
            <ac:spMk id="10" creationId="{D1FD2837-DA00-DD58-054E-0940204B6EAD}"/>
          </ac:spMkLst>
        </pc:spChg>
        <pc:spChg chg="add mod">
          <ac:chgData name="Carlos Garre Del Olmo" userId="2310cf0c-92a9-4f5c-b490-83d43b119688" providerId="ADAL" clId="{0EC80BF8-AC8A-4AA7-985A-D4AC28F1FB81}" dt="2023-03-08T18:37:34.770" v="943" actId="1076"/>
          <ac:spMkLst>
            <pc:docMk/>
            <pc:sldMk cId="3332144115" sldId="613"/>
            <ac:spMk id="11" creationId="{95E0AB8B-3742-55D8-387C-6FF479616BD9}"/>
          </ac:spMkLst>
        </pc:spChg>
        <pc:spChg chg="add mod">
          <ac:chgData name="Carlos Garre Del Olmo" userId="2310cf0c-92a9-4f5c-b490-83d43b119688" providerId="ADAL" clId="{0EC80BF8-AC8A-4AA7-985A-D4AC28F1FB81}" dt="2023-03-08T18:41:06.258" v="1235" actId="20577"/>
          <ac:spMkLst>
            <pc:docMk/>
            <pc:sldMk cId="3332144115" sldId="613"/>
            <ac:spMk id="12" creationId="{AA7A651D-8EE3-2C39-8B7B-32BD87015962}"/>
          </ac:spMkLst>
        </pc:spChg>
        <pc:spChg chg="mod">
          <ac:chgData name="Carlos Garre Del Olmo" userId="2310cf0c-92a9-4f5c-b490-83d43b119688" providerId="ADAL" clId="{0EC80BF8-AC8A-4AA7-985A-D4AC28F1FB81}" dt="2023-03-08T18:17:33.777" v="40" actId="20577"/>
          <ac:spMkLst>
            <pc:docMk/>
            <pc:sldMk cId="3332144115" sldId="613"/>
            <ac:spMk id="6146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DD85614A-C915-40CF-8751-76C620EC8DFE}"/>
    <pc:docChg chg="addSld delSld modSld">
      <pc:chgData name="Oriol Borrás Gené" userId="S::oriol.borras@urjc.es::aea611aa-1d44-4c50-abd0-2064e044183a" providerId="AD" clId="Web-{DD85614A-C915-40CF-8751-76C620EC8DFE}" dt="2020-03-01T18:42:08.131" v="2173"/>
      <pc:docMkLst>
        <pc:docMk/>
      </pc:docMkLst>
      <pc:sldChg chg="modSp">
        <pc:chgData name="Oriol Borrás Gené" userId="S::oriol.borras@urjc.es::aea611aa-1d44-4c50-abd0-2064e044183a" providerId="AD" clId="Web-{DD85614A-C915-40CF-8751-76C620EC8DFE}" dt="2020-03-01T17:12:07.064" v="1" actId="20577"/>
        <pc:sldMkLst>
          <pc:docMk/>
          <pc:sldMk cId="0" sldId="437"/>
        </pc:sldMkLst>
        <pc:spChg chg="mod">
          <ac:chgData name="Oriol Borrás Gené" userId="S::oriol.borras@urjc.es::aea611aa-1d44-4c50-abd0-2064e044183a" providerId="AD" clId="Web-{DD85614A-C915-40CF-8751-76C620EC8DFE}" dt="2020-03-01T17:12:07.064" v="1" actId="20577"/>
          <ac:spMkLst>
            <pc:docMk/>
            <pc:sldMk cId="0" sldId="437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7:12:18.360" v="9" actId="20577"/>
        <pc:sldMkLst>
          <pc:docMk/>
          <pc:sldMk cId="0" sldId="439"/>
        </pc:sldMkLst>
        <pc:spChg chg="mod">
          <ac:chgData name="Oriol Borrás Gené" userId="S::oriol.borras@urjc.es::aea611aa-1d44-4c50-abd0-2064e044183a" providerId="AD" clId="Web-{DD85614A-C915-40CF-8751-76C620EC8DFE}" dt="2020-03-01T17:12:18.360" v="9" actId="20577"/>
          <ac:spMkLst>
            <pc:docMk/>
            <pc:sldMk cId="0" sldId="439"/>
            <ac:spMk id="2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DD85614A-C915-40CF-8751-76C620EC8DFE}" dt="2020-03-01T17:46:48.297" v="481" actId="20577"/>
        <pc:sldMkLst>
          <pc:docMk/>
          <pc:sldMk cId="0" sldId="440"/>
        </pc:sldMkLst>
        <pc:spChg chg="add mod">
          <ac:chgData name="Oriol Borrás Gené" userId="S::oriol.borras@urjc.es::aea611aa-1d44-4c50-abd0-2064e044183a" providerId="AD" clId="Web-{DD85614A-C915-40CF-8751-76C620EC8DFE}" dt="2020-03-01T17:20:27.013" v="120" actId="14100"/>
          <ac:spMkLst>
            <pc:docMk/>
            <pc:sldMk cId="0" sldId="440"/>
            <ac:spMk id="3" creationId="{3FA4E123-9631-4B5F-BAEC-10B2ED4EB00B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7:46:48.297" v="481" actId="20577"/>
          <ac:spMkLst>
            <pc:docMk/>
            <pc:sldMk cId="0" sldId="440"/>
            <ac:spMk id="23" creationId="{00000000-0000-0000-0000-000000000000}"/>
          </ac:spMkLst>
        </pc:spChg>
        <pc:picChg chg="add del mod">
          <ac:chgData name="Oriol Borrás Gené" userId="S::oriol.borras@urjc.es::aea611aa-1d44-4c50-abd0-2064e044183a" providerId="AD" clId="Web-{DD85614A-C915-40CF-8751-76C620EC8DFE}" dt="2020-03-01T17:19:56.154" v="15" actId="1076"/>
          <ac:picMkLst>
            <pc:docMk/>
            <pc:sldMk cId="0" sldId="440"/>
            <ac:picMk id="4" creationId="{ACF11C4C-D31E-4BFD-8C4B-E2F97019CDE1}"/>
          </ac:picMkLst>
        </pc:picChg>
        <pc:picChg chg="del">
          <ac:chgData name="Oriol Borrás Gené" userId="S::oriol.borras@urjc.es::aea611aa-1d44-4c50-abd0-2064e044183a" providerId="AD" clId="Web-{DD85614A-C915-40CF-8751-76C620EC8DFE}" dt="2020-03-01T17:21:48.168" v="121"/>
          <ac:picMkLst>
            <pc:docMk/>
            <pc:sldMk cId="0" sldId="440"/>
            <ac:picMk id="5" creationId="{00000000-0000-0000-0000-000000000000}"/>
          </ac:picMkLst>
        </pc:picChg>
      </pc:sldChg>
      <pc:sldChg chg="modSp">
        <pc:chgData name="Oriol Borrás Gené" userId="S::oriol.borras@urjc.es::aea611aa-1d44-4c50-abd0-2064e044183a" providerId="AD" clId="Web-{DD85614A-C915-40CF-8751-76C620EC8DFE}" dt="2020-03-01T17:46:54.015" v="484" actId="20577"/>
        <pc:sldMkLst>
          <pc:docMk/>
          <pc:sldMk cId="0" sldId="441"/>
        </pc:sldMkLst>
        <pc:spChg chg="mod">
          <ac:chgData name="Oriol Borrás Gené" userId="S::oriol.borras@urjc.es::aea611aa-1d44-4c50-abd0-2064e044183a" providerId="AD" clId="Web-{DD85614A-C915-40CF-8751-76C620EC8DFE}" dt="2020-03-01T17:26:02.276" v="406" actId="20577"/>
          <ac:spMkLst>
            <pc:docMk/>
            <pc:sldMk cId="0" sldId="441"/>
            <ac:spMk id="4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7:46:54.015" v="484" actId="20577"/>
          <ac:spMkLst>
            <pc:docMk/>
            <pc:sldMk cId="0" sldId="44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7:26:35.525" v="430" actId="1076"/>
        <pc:sldMkLst>
          <pc:docMk/>
          <pc:sldMk cId="0" sldId="442"/>
        </pc:sldMkLst>
        <pc:spChg chg="mod">
          <ac:chgData name="Oriol Borrás Gené" userId="S::oriol.borras@urjc.es::aea611aa-1d44-4c50-abd0-2064e044183a" providerId="AD" clId="Web-{DD85614A-C915-40CF-8751-76C620EC8DFE}" dt="2020-03-01T17:26:35.525" v="430" actId="1076"/>
          <ac:spMkLst>
            <pc:docMk/>
            <pc:sldMk cId="0" sldId="442"/>
            <ac:spMk id="3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7:24:38.432" v="383" actId="20577"/>
          <ac:spMkLst>
            <pc:docMk/>
            <pc:sldMk cId="0" sldId="442"/>
            <ac:spMk id="2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DD85614A-C915-40CF-8751-76C620EC8DFE}" dt="2020-03-01T18:16:19.393" v="1304" actId="1076"/>
        <pc:sldMkLst>
          <pc:docMk/>
          <pc:sldMk cId="0" sldId="443"/>
        </pc:sldMkLst>
        <pc:spChg chg="mod">
          <ac:chgData name="Oriol Borrás Gené" userId="S::oriol.borras@urjc.es::aea611aa-1d44-4c50-abd0-2064e044183a" providerId="AD" clId="Web-{DD85614A-C915-40CF-8751-76C620EC8DFE}" dt="2020-03-01T17:27:32.822" v="477" actId="20577"/>
          <ac:spMkLst>
            <pc:docMk/>
            <pc:sldMk cId="0" sldId="443"/>
            <ac:spMk id="2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DD85614A-C915-40CF-8751-76C620EC8DFE}" dt="2020-03-01T17:54:34.934" v="507"/>
          <ac:spMkLst>
            <pc:docMk/>
            <pc:sldMk cId="0" sldId="443"/>
            <ac:spMk id="14" creationId="{64CAAAE7-DB32-4134-98A6-BD4B4A2986C1}"/>
          </ac:spMkLst>
        </pc:spChg>
        <pc:spChg chg="add mod">
          <ac:chgData name="Oriol Borrás Gené" userId="S::oriol.borras@urjc.es::aea611aa-1d44-4c50-abd0-2064e044183a" providerId="AD" clId="Web-{DD85614A-C915-40CF-8751-76C620EC8DFE}" dt="2020-03-01T18:16:19.393" v="1304" actId="1076"/>
          <ac:spMkLst>
            <pc:docMk/>
            <pc:sldMk cId="0" sldId="443"/>
            <ac:spMk id="15" creationId="{ADDE3484-57E6-4D53-B8F8-63397B3EE38F}"/>
          </ac:spMkLst>
        </pc:spChg>
        <pc:picChg chg="add mod">
          <ac:chgData name="Oriol Borrás Gené" userId="S::oriol.borras@urjc.es::aea611aa-1d44-4c50-abd0-2064e044183a" providerId="AD" clId="Web-{DD85614A-C915-40CF-8751-76C620EC8DFE}" dt="2020-03-01T17:48:50.452" v="499" actId="1076"/>
          <ac:picMkLst>
            <pc:docMk/>
            <pc:sldMk cId="0" sldId="443"/>
            <ac:picMk id="3" creationId="{6C51BD48-FD8E-45FC-BCBC-84CBA5B659EF}"/>
          </ac:picMkLst>
        </pc:picChg>
        <pc:picChg chg="del">
          <ac:chgData name="Oriol Borrás Gené" userId="S::oriol.borras@urjc.es::aea611aa-1d44-4c50-abd0-2064e044183a" providerId="AD" clId="Web-{DD85614A-C915-40CF-8751-76C620EC8DFE}" dt="2020-03-01T17:27:33.650" v="479"/>
          <ac:picMkLst>
            <pc:docMk/>
            <pc:sldMk cId="0" sldId="443"/>
            <ac:picMk id="4" creationId="{00000000-0000-0000-0000-000000000000}"/>
          </ac:picMkLst>
        </pc:picChg>
        <pc:picChg chg="del">
          <ac:chgData name="Oriol Borrás Gené" userId="S::oriol.borras@urjc.es::aea611aa-1d44-4c50-abd0-2064e044183a" providerId="AD" clId="Web-{DD85614A-C915-40CF-8751-76C620EC8DFE}" dt="2020-03-01T17:27:35.119" v="480"/>
          <ac:picMkLst>
            <pc:docMk/>
            <pc:sldMk cId="0" sldId="443"/>
            <ac:picMk id="6" creationId="{00000000-0000-0000-0000-000000000000}"/>
          </ac:picMkLst>
        </pc:picChg>
        <pc:picChg chg="add del mod">
          <ac:chgData name="Oriol Borrás Gené" userId="S::oriol.borras@urjc.es::aea611aa-1d44-4c50-abd0-2064e044183a" providerId="AD" clId="Web-{DD85614A-C915-40CF-8751-76C620EC8DFE}" dt="2020-03-01T17:48:29.265" v="492"/>
          <ac:picMkLst>
            <pc:docMk/>
            <pc:sldMk cId="0" sldId="443"/>
            <ac:picMk id="8" creationId="{ECD7B4A9-4951-46FB-9CD8-EBFF823855B5}"/>
          </ac:picMkLst>
        </pc:picChg>
        <pc:picChg chg="add del mod">
          <ac:chgData name="Oriol Borrás Gené" userId="S::oriol.borras@urjc.es::aea611aa-1d44-4c50-abd0-2064e044183a" providerId="AD" clId="Web-{DD85614A-C915-40CF-8751-76C620EC8DFE}" dt="2020-03-01T17:48:39.499" v="494"/>
          <ac:picMkLst>
            <pc:docMk/>
            <pc:sldMk cId="0" sldId="443"/>
            <ac:picMk id="10" creationId="{45956A06-CAD5-4003-9EE6-4A95C4B17DFF}"/>
          </ac:picMkLst>
        </pc:picChg>
        <pc:picChg chg="add mod">
          <ac:chgData name="Oriol Borrás Gené" userId="S::oriol.borras@urjc.es::aea611aa-1d44-4c50-abd0-2064e044183a" providerId="AD" clId="Web-{DD85614A-C915-40CF-8751-76C620EC8DFE}" dt="2020-03-01T17:48:48.968" v="498" actId="1076"/>
          <ac:picMkLst>
            <pc:docMk/>
            <pc:sldMk cId="0" sldId="443"/>
            <ac:picMk id="12" creationId="{98E46E2A-73CD-45FF-AD0D-E519190FF895}"/>
          </ac:picMkLst>
        </pc:picChg>
      </pc:sldChg>
      <pc:sldChg chg="modSp">
        <pc:chgData name="Oriol Borrás Gené" userId="S::oriol.borras@urjc.es::aea611aa-1d44-4c50-abd0-2064e044183a" providerId="AD" clId="Web-{DD85614A-C915-40CF-8751-76C620EC8DFE}" dt="2020-03-01T18:35:09.087" v="1991" actId="20577"/>
        <pc:sldMkLst>
          <pc:docMk/>
          <pc:sldMk cId="0" sldId="444"/>
        </pc:sldMkLst>
        <pc:spChg chg="mod">
          <ac:chgData name="Oriol Borrás Gené" userId="S::oriol.borras@urjc.es::aea611aa-1d44-4c50-abd0-2064e044183a" providerId="AD" clId="Web-{DD85614A-C915-40CF-8751-76C620EC8DFE}" dt="2020-03-01T18:35:09.087" v="1991" actId="20577"/>
          <ac:spMkLst>
            <pc:docMk/>
            <pc:sldMk cId="0" sldId="444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5:28.978" v="1999" actId="14100"/>
        <pc:sldMkLst>
          <pc:docMk/>
          <pc:sldMk cId="0" sldId="445"/>
        </pc:sldMkLst>
        <pc:spChg chg="mod">
          <ac:chgData name="Oriol Borrás Gené" userId="S::oriol.borras@urjc.es::aea611aa-1d44-4c50-abd0-2064e044183a" providerId="AD" clId="Web-{DD85614A-C915-40CF-8751-76C620EC8DFE}" dt="2020-03-01T18:35:28.978" v="1999" actId="14100"/>
          <ac:spMkLst>
            <pc:docMk/>
            <pc:sldMk cId="0" sldId="445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3:45.604" v="1924" actId="20577"/>
        <pc:sldMkLst>
          <pc:docMk/>
          <pc:sldMk cId="0" sldId="446"/>
        </pc:sldMkLst>
        <pc:spChg chg="mod">
          <ac:chgData name="Oriol Borrás Gené" userId="S::oriol.borras@urjc.es::aea611aa-1d44-4c50-abd0-2064e044183a" providerId="AD" clId="Web-{DD85614A-C915-40CF-8751-76C620EC8DFE}" dt="2020-03-01T18:33:45.604" v="1924" actId="20577"/>
          <ac:spMkLst>
            <pc:docMk/>
            <pc:sldMk cId="0" sldId="446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4:25.822" v="1949" actId="1076"/>
        <pc:sldMkLst>
          <pc:docMk/>
          <pc:sldMk cId="0" sldId="447"/>
        </pc:sldMkLst>
        <pc:spChg chg="mod">
          <ac:chgData name="Oriol Borrás Gené" userId="S::oriol.borras@urjc.es::aea611aa-1d44-4c50-abd0-2064e044183a" providerId="AD" clId="Web-{DD85614A-C915-40CF-8751-76C620EC8DFE}" dt="2020-03-01T18:34:25.822" v="1949" actId="1076"/>
          <ac:spMkLst>
            <pc:docMk/>
            <pc:sldMk cId="0" sldId="447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29:20.575" v="1726" actId="1076"/>
        <pc:sldMkLst>
          <pc:docMk/>
          <pc:sldMk cId="0" sldId="448"/>
        </pc:sldMkLst>
        <pc:spChg chg="mod">
          <ac:chgData name="Oriol Borrás Gené" userId="S::oriol.borras@urjc.es::aea611aa-1d44-4c50-abd0-2064e044183a" providerId="AD" clId="Web-{DD85614A-C915-40CF-8751-76C620EC8DFE}" dt="2020-03-01T18:29:20.575" v="1726" actId="1076"/>
          <ac:spMkLst>
            <pc:docMk/>
            <pc:sldMk cId="0" sldId="448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29:16.184" v="1725" actId="1076"/>
        <pc:sldMkLst>
          <pc:docMk/>
          <pc:sldMk cId="0" sldId="449"/>
        </pc:sldMkLst>
        <pc:spChg chg="mod">
          <ac:chgData name="Oriol Borrás Gené" userId="S::oriol.borras@urjc.es::aea611aa-1d44-4c50-abd0-2064e044183a" providerId="AD" clId="Web-{DD85614A-C915-40CF-8751-76C620EC8DFE}" dt="2020-03-01T18:29:16.184" v="1725" actId="1076"/>
          <ac:spMkLst>
            <pc:docMk/>
            <pc:sldMk cId="0" sldId="449"/>
            <ac:spMk id="7" creationId="{00000000-0000-0000-0000-000000000000}"/>
          </ac:spMkLst>
        </pc:spChg>
      </pc:sldChg>
      <pc:sldChg chg="delSp modSp">
        <pc:chgData name="Oriol Borrás Gené" userId="S::oriol.borras@urjc.es::aea611aa-1d44-4c50-abd0-2064e044183a" providerId="AD" clId="Web-{DD85614A-C915-40CF-8751-76C620EC8DFE}" dt="2020-03-01T18:25:43.186" v="1635" actId="20577"/>
        <pc:sldMkLst>
          <pc:docMk/>
          <pc:sldMk cId="0" sldId="450"/>
        </pc:sldMkLst>
        <pc:spChg chg="del mod">
          <ac:chgData name="Oriol Borrás Gené" userId="S::oriol.borras@urjc.es::aea611aa-1d44-4c50-abd0-2064e044183a" providerId="AD" clId="Web-{DD85614A-C915-40CF-8751-76C620EC8DFE}" dt="2020-03-01T18:22:22.312" v="1412"/>
          <ac:spMkLst>
            <pc:docMk/>
            <pc:sldMk cId="0" sldId="450"/>
            <ac:spMk id="3" creationId="{00000000-0000-0000-0000-000000000000}"/>
          </ac:spMkLst>
        </pc:spChg>
        <pc:spChg chg="del mod">
          <ac:chgData name="Oriol Borrás Gené" userId="S::oriol.borras@urjc.es::aea611aa-1d44-4c50-abd0-2064e044183a" providerId="AD" clId="Web-{DD85614A-C915-40CF-8751-76C620EC8DFE}" dt="2020-03-01T18:22:24.312" v="1413"/>
          <ac:spMkLst>
            <pc:docMk/>
            <pc:sldMk cId="0" sldId="450"/>
            <ac:spMk id="4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25:43.186" v="1635" actId="20577"/>
          <ac:spMkLst>
            <pc:docMk/>
            <pc:sldMk cId="0" sldId="450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7:12:12.782" v="5" actId="20577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DD85614A-C915-40CF-8751-76C620EC8DFE}" dt="2020-03-01T17:12:12.782" v="5" actId="20577"/>
          <ac:spMkLst>
            <pc:docMk/>
            <pc:sldMk cId="3868182944" sldId="496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9:05.117" v="2046"/>
        <pc:sldMkLst>
          <pc:docMk/>
          <pc:sldMk cId="3333714996" sldId="498"/>
        </pc:sldMkLst>
        <pc:spChg chg="mod">
          <ac:chgData name="Oriol Borrás Gené" userId="S::oriol.borras@urjc.es::aea611aa-1d44-4c50-abd0-2064e044183a" providerId="AD" clId="Web-{DD85614A-C915-40CF-8751-76C620EC8DFE}" dt="2020-03-01T18:39:05.117" v="2046"/>
          <ac:spMkLst>
            <pc:docMk/>
            <pc:sldMk cId="3333714996" sldId="498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37:54.383" v="2007" actId="1076"/>
        <pc:sldMkLst>
          <pc:docMk/>
          <pc:sldMk cId="1818141011" sldId="499"/>
        </pc:sldMkLst>
        <pc:spChg chg="mod">
          <ac:chgData name="Oriol Borrás Gené" userId="S::oriol.borras@urjc.es::aea611aa-1d44-4c50-abd0-2064e044183a" providerId="AD" clId="Web-{DD85614A-C915-40CF-8751-76C620EC8DFE}" dt="2020-03-01T18:37:41.524" v="2000" actId="20577"/>
          <ac:spMkLst>
            <pc:docMk/>
            <pc:sldMk cId="1818141011" sldId="499"/>
            <ac:spMk id="25" creationId="{7E218089-75A9-4A8B-A45A-D0B2746379C8}"/>
          </ac:spMkLst>
        </pc:spChg>
        <pc:picChg chg="mod">
          <ac:chgData name="Oriol Borrás Gené" userId="S::oriol.borras@urjc.es::aea611aa-1d44-4c50-abd0-2064e044183a" providerId="AD" clId="Web-{DD85614A-C915-40CF-8751-76C620EC8DFE}" dt="2020-03-01T18:37:54.383" v="2007" actId="1076"/>
          <ac:picMkLst>
            <pc:docMk/>
            <pc:sldMk cId="1818141011" sldId="499"/>
            <ac:picMk id="18" creationId="{A8C59351-0279-4AFA-8636-89DCE2BDF494}"/>
          </ac:picMkLst>
        </pc:picChg>
        <pc:picChg chg="mod">
          <ac:chgData name="Oriol Borrás Gené" userId="S::oriol.borras@urjc.es::aea611aa-1d44-4c50-abd0-2064e044183a" providerId="AD" clId="Web-{DD85614A-C915-40CF-8751-76C620EC8DFE}" dt="2020-03-01T18:37:50.195" v="2005" actId="1076"/>
          <ac:picMkLst>
            <pc:docMk/>
            <pc:sldMk cId="1818141011" sldId="499"/>
            <ac:picMk id="20" creationId="{7A572916-7C8C-4C07-B667-0F2ED910EE76}"/>
          </ac:picMkLst>
        </pc:picChg>
      </pc:sldChg>
      <pc:sldChg chg="delSp del">
        <pc:chgData name="Oriol Borrás Gené" userId="S::oriol.borras@urjc.es::aea611aa-1d44-4c50-abd0-2064e044183a" providerId="AD" clId="Web-{DD85614A-C915-40CF-8751-76C620EC8DFE}" dt="2020-03-01T18:42:08.131" v="2173"/>
        <pc:sldMkLst>
          <pc:docMk/>
          <pc:sldMk cId="348136266" sldId="500"/>
        </pc:sldMkLst>
        <pc:spChg chg="del">
          <ac:chgData name="Oriol Borrás Gené" userId="S::oriol.borras@urjc.es::aea611aa-1d44-4c50-abd0-2064e044183a" providerId="AD" clId="Web-{DD85614A-C915-40CF-8751-76C620EC8DFE}" dt="2020-03-01T18:41:50.350" v="2167"/>
          <ac:spMkLst>
            <pc:docMk/>
            <pc:sldMk cId="348136266" sldId="500"/>
            <ac:spMk id="7" creationId="{00000000-0000-0000-0000-000000000000}"/>
          </ac:spMkLst>
        </pc:spChg>
        <pc:spChg chg="del">
          <ac:chgData name="Oriol Borrás Gené" userId="S::oriol.borras@urjc.es::aea611aa-1d44-4c50-abd0-2064e044183a" providerId="AD" clId="Web-{DD85614A-C915-40CF-8751-76C620EC8DFE}" dt="2020-03-01T18:41:26.444" v="2154"/>
          <ac:spMkLst>
            <pc:docMk/>
            <pc:sldMk cId="348136266" sldId="500"/>
            <ac:spMk id="8" creationId="{1023624B-9FF6-4E10-8DBF-0883921945FF}"/>
          </ac:spMkLst>
        </pc:spChg>
        <pc:spChg chg="del">
          <ac:chgData name="Oriol Borrás Gené" userId="S::oriol.borras@urjc.es::aea611aa-1d44-4c50-abd0-2064e044183a" providerId="AD" clId="Web-{DD85614A-C915-40CF-8751-76C620EC8DFE}" dt="2020-03-01T18:41:17.319" v="2149"/>
          <ac:spMkLst>
            <pc:docMk/>
            <pc:sldMk cId="348136266" sldId="500"/>
            <ac:spMk id="9" creationId="{85A66014-2F3C-4054-8AA3-30E149061B7C}"/>
          </ac:spMkLst>
        </pc:spChg>
        <pc:spChg chg="del">
          <ac:chgData name="Oriol Borrás Gené" userId="S::oriol.borras@urjc.es::aea611aa-1d44-4c50-abd0-2064e044183a" providerId="AD" clId="Web-{DD85614A-C915-40CF-8751-76C620EC8DFE}" dt="2020-03-01T18:41:17.319" v="2150"/>
          <ac:spMkLst>
            <pc:docMk/>
            <pc:sldMk cId="348136266" sldId="500"/>
            <ac:spMk id="23" creationId="{00000000-0000-0000-0000-000000000000}"/>
          </ac:spMkLst>
        </pc:spChg>
      </pc:sldChg>
      <pc:sldChg chg="addSp modSp">
        <pc:chgData name="Oriol Borrás Gené" userId="S::oriol.borras@urjc.es::aea611aa-1d44-4c50-abd0-2064e044183a" providerId="AD" clId="Web-{DD85614A-C915-40CF-8751-76C620EC8DFE}" dt="2020-03-01T18:42:05.037" v="2172" actId="14100"/>
        <pc:sldMkLst>
          <pc:docMk/>
          <pc:sldMk cId="3187729881" sldId="501"/>
        </pc:sldMkLst>
        <pc:spChg chg="add mod">
          <ac:chgData name="Oriol Borrás Gené" userId="S::oriol.borras@urjc.es::aea611aa-1d44-4c50-abd0-2064e044183a" providerId="AD" clId="Web-{DD85614A-C915-40CF-8751-76C620EC8DFE}" dt="2020-03-01T18:41:45.459" v="2166" actId="1076"/>
          <ac:spMkLst>
            <pc:docMk/>
            <pc:sldMk cId="3187729881" sldId="501"/>
            <ac:spMk id="5" creationId="{B514D3D7-4542-4E4E-A359-2D0562C54440}"/>
          </ac:spMkLst>
        </pc:spChg>
        <pc:spChg chg="add mod">
          <ac:chgData name="Oriol Borrás Gené" userId="S::oriol.borras@urjc.es::aea611aa-1d44-4c50-abd0-2064e044183a" providerId="AD" clId="Web-{DD85614A-C915-40CF-8751-76C620EC8DFE}" dt="2020-03-01T18:41:59.318" v="2170" actId="1076"/>
          <ac:spMkLst>
            <pc:docMk/>
            <pc:sldMk cId="3187729881" sldId="501"/>
            <ac:spMk id="6" creationId="{1579F8A5-C56D-46CD-B360-9687684A4D6B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41:42.162" v="2165" actId="1076"/>
          <ac:spMkLst>
            <pc:docMk/>
            <pc:sldMk cId="3187729881" sldId="501"/>
            <ac:spMk id="7" creationId="{00000000-0000-0000-0000-000000000000}"/>
          </ac:spMkLst>
        </pc:spChg>
        <pc:spChg chg="add mod">
          <ac:chgData name="Oriol Borrás Gené" userId="S::oriol.borras@urjc.es::aea611aa-1d44-4c50-abd0-2064e044183a" providerId="AD" clId="Web-{DD85614A-C915-40CF-8751-76C620EC8DFE}" dt="2020-03-01T18:42:05.037" v="2172" actId="14100"/>
          <ac:spMkLst>
            <pc:docMk/>
            <pc:sldMk cId="3187729881" sldId="501"/>
            <ac:spMk id="8" creationId="{36CFEE26-7190-4A16-806E-61C686EAF2B1}"/>
          </ac:spMkLst>
        </pc:spChg>
        <pc:spChg chg="add mod">
          <ac:chgData name="Oriol Borrás Gené" userId="S::oriol.borras@urjc.es::aea611aa-1d44-4c50-abd0-2064e044183a" providerId="AD" clId="Web-{DD85614A-C915-40CF-8751-76C620EC8DFE}" dt="2020-03-01T18:41:55.662" v="2169" actId="1076"/>
          <ac:spMkLst>
            <pc:docMk/>
            <pc:sldMk cId="3187729881" sldId="501"/>
            <ac:spMk id="9" creationId="{16CD52F2-2FBD-450E-9852-A9403FBC9F8D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41:40.100" v="2164" actId="1076"/>
          <ac:spMkLst>
            <pc:docMk/>
            <pc:sldMk cId="3187729881" sldId="50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40:51.194" v="2148" actId="1076"/>
        <pc:sldMkLst>
          <pc:docMk/>
          <pc:sldMk cId="4003986535" sldId="502"/>
        </pc:sldMkLst>
        <pc:spChg chg="mod">
          <ac:chgData name="Oriol Borrás Gené" userId="S::oriol.borras@urjc.es::aea611aa-1d44-4c50-abd0-2064e044183a" providerId="AD" clId="Web-{DD85614A-C915-40CF-8751-76C620EC8DFE}" dt="2020-03-01T18:40:51.194" v="2148" actId="1076"/>
          <ac:spMkLst>
            <pc:docMk/>
            <pc:sldMk cId="4003986535" sldId="502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DD85614A-C915-40CF-8751-76C620EC8DFE}" dt="2020-03-01T18:40:22.632" v="2116" actId="20577"/>
        <pc:sldMkLst>
          <pc:docMk/>
          <pc:sldMk cId="4025168796" sldId="505"/>
        </pc:sldMkLst>
        <pc:spChg chg="mod">
          <ac:chgData name="Oriol Borrás Gené" userId="S::oriol.borras@urjc.es::aea611aa-1d44-4c50-abd0-2064e044183a" providerId="AD" clId="Web-{DD85614A-C915-40CF-8751-76C620EC8DFE}" dt="2020-03-01T18:40:22.632" v="2116" actId="20577"/>
          <ac:spMkLst>
            <pc:docMk/>
            <pc:sldMk cId="4025168796" sldId="505"/>
            <ac:spMk id="7" creationId="{00000000-0000-0000-0000-000000000000}"/>
          </ac:spMkLst>
        </pc:spChg>
      </pc:sldChg>
      <pc:sldChg chg="modSp add replId">
        <pc:chgData name="Oriol Borrás Gené" userId="S::oriol.borras@urjc.es::aea611aa-1d44-4c50-abd0-2064e044183a" providerId="AD" clId="Web-{DD85614A-C915-40CF-8751-76C620EC8DFE}" dt="2020-03-01T18:34:19.635" v="1946" actId="20577"/>
        <pc:sldMkLst>
          <pc:docMk/>
          <pc:sldMk cId="406017970" sldId="506"/>
        </pc:sldMkLst>
        <pc:spChg chg="mod">
          <ac:chgData name="Oriol Borrás Gené" userId="S::oriol.borras@urjc.es::aea611aa-1d44-4c50-abd0-2064e044183a" providerId="AD" clId="Web-{DD85614A-C915-40CF-8751-76C620EC8DFE}" dt="2020-03-01T18:34:19.635" v="1946" actId="20577"/>
          <ac:spMkLst>
            <pc:docMk/>
            <pc:sldMk cId="406017970" sldId="506"/>
            <ac:spMk id="7" creationId="{00000000-0000-0000-0000-000000000000}"/>
          </ac:spMkLst>
        </pc:spChg>
      </pc:sldChg>
      <pc:sldChg chg="delSp modSp add replId">
        <pc:chgData name="Oriol Borrás Gené" userId="S::oriol.borras@urjc.es::aea611aa-1d44-4c50-abd0-2064e044183a" providerId="AD" clId="Web-{DD85614A-C915-40CF-8751-76C620EC8DFE}" dt="2020-03-01T18:22:41.843" v="1438" actId="1076"/>
        <pc:sldMkLst>
          <pc:docMk/>
          <pc:sldMk cId="3293163001" sldId="507"/>
        </pc:sldMkLst>
        <pc:spChg chg="del">
          <ac:chgData name="Oriol Borrás Gené" userId="S::oriol.borras@urjc.es::aea611aa-1d44-4c50-abd0-2064e044183a" providerId="AD" clId="Web-{DD85614A-C915-40CF-8751-76C620EC8DFE}" dt="2020-03-01T18:22:38.562" v="1437"/>
          <ac:spMkLst>
            <pc:docMk/>
            <pc:sldMk cId="3293163001" sldId="507"/>
            <ac:spMk id="3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22:41.843" v="1438" actId="1076"/>
          <ac:spMkLst>
            <pc:docMk/>
            <pc:sldMk cId="3293163001" sldId="507"/>
            <ac:spMk id="4" creationId="{00000000-0000-0000-0000-000000000000}"/>
          </ac:spMkLst>
        </pc:spChg>
        <pc:spChg chg="del">
          <ac:chgData name="Oriol Borrás Gené" userId="S::oriol.borras@urjc.es::aea611aa-1d44-4c50-abd0-2064e044183a" providerId="AD" clId="Web-{DD85614A-C915-40CF-8751-76C620EC8DFE}" dt="2020-03-01T18:22:29.140" v="1414"/>
          <ac:spMkLst>
            <pc:docMk/>
            <pc:sldMk cId="3293163001" sldId="507"/>
            <ac:spMk id="7" creationId="{00000000-0000-0000-0000-000000000000}"/>
          </ac:spMkLst>
        </pc:spChg>
        <pc:spChg chg="mod">
          <ac:chgData name="Oriol Borrás Gené" userId="S::oriol.borras@urjc.es::aea611aa-1d44-4c50-abd0-2064e044183a" providerId="AD" clId="Web-{DD85614A-C915-40CF-8751-76C620EC8DFE}" dt="2020-03-01T18:22:36.468" v="1434" actId="20577"/>
          <ac:spMkLst>
            <pc:docMk/>
            <pc:sldMk cId="3293163001" sldId="507"/>
            <ac:spMk id="23" creationId="{00000000-0000-0000-0000-000000000000}"/>
          </ac:spMkLst>
        </pc:spChg>
      </pc:sldChg>
    </pc:docChg>
  </pc:docChgLst>
  <pc:docChgLst>
    <pc:chgData name="Carlos Garre Del Olmo" userId="2310cf0c-92a9-4f5c-b490-83d43b119688" providerId="ADAL" clId="{D0BC0A09-A869-4DD5-B9AD-9C747D65EE71}"/>
    <pc:docChg chg="modSld">
      <pc:chgData name="Carlos Garre Del Olmo" userId="2310cf0c-92a9-4f5c-b490-83d43b119688" providerId="ADAL" clId="{D0BC0A09-A869-4DD5-B9AD-9C747D65EE71}" dt="2024-02-16T11:00:15.629" v="61" actId="20577"/>
      <pc:docMkLst>
        <pc:docMk/>
      </pc:docMkLst>
      <pc:sldChg chg="modSp mod">
        <pc:chgData name="Carlos Garre Del Olmo" userId="2310cf0c-92a9-4f5c-b490-83d43b119688" providerId="ADAL" clId="{D0BC0A09-A869-4DD5-B9AD-9C747D65EE71}" dt="2024-02-16T11:00:15.629" v="61" actId="20577"/>
        <pc:sldMkLst>
          <pc:docMk/>
          <pc:sldMk cId="1410686246" sldId="608"/>
        </pc:sldMkLst>
        <pc:spChg chg="mod">
          <ac:chgData name="Carlos Garre Del Olmo" userId="2310cf0c-92a9-4f5c-b490-83d43b119688" providerId="ADAL" clId="{D0BC0A09-A869-4DD5-B9AD-9C747D65EE71}" dt="2024-02-16T11:00:15.629" v="61" actId="20577"/>
          <ac:spMkLst>
            <pc:docMk/>
            <pc:sldMk cId="1410686246" sldId="608"/>
            <ac:spMk id="9" creationId="{ADDC58C2-DF95-2235-4F59-3737092AC32B}"/>
          </ac:spMkLst>
        </pc:spChg>
      </pc:sldChg>
    </pc:docChg>
  </pc:docChgLst>
  <pc:docChgLst>
    <pc:chgData name="Jesús Sanchez-Oro Calvo" userId="S::jesus.sanchezoro@urjc.es::7a1a82d3-2fa3-4ccc-a987-67365126dc6a" providerId="AD" clId="Web-{9D5FC0E6-E379-4B96-AFFB-0BBBA40D847E}"/>
    <pc:docChg chg="addSld modSld sldOrd">
      <pc:chgData name="Jesús Sanchez-Oro Calvo" userId="S::jesus.sanchezoro@urjc.es::7a1a82d3-2fa3-4ccc-a987-67365126dc6a" providerId="AD" clId="Web-{9D5FC0E6-E379-4B96-AFFB-0BBBA40D847E}" dt="2020-03-03T20:46:51.477" v="1360" actId="20577"/>
      <pc:docMkLst>
        <pc:docMk/>
      </pc:docMkLst>
      <pc:sldChg chg="addSp delSp modSp">
        <pc:chgData name="Jesús Sanchez-Oro Calvo" userId="S::jesus.sanchezoro@urjc.es::7a1a82d3-2fa3-4ccc-a987-67365126dc6a" providerId="AD" clId="Web-{9D5FC0E6-E379-4B96-AFFB-0BBBA40D847E}" dt="2020-03-03T20:32:27.144" v="206" actId="1076"/>
        <pc:sldMkLst>
          <pc:docMk/>
          <pc:sldMk cId="0" sldId="400"/>
        </pc:sldMkLst>
        <pc:spChg chg="del">
          <ac:chgData name="Jesús Sanchez-Oro Calvo" userId="S::jesus.sanchezoro@urjc.es::7a1a82d3-2fa3-4ccc-a987-67365126dc6a" providerId="AD" clId="Web-{9D5FC0E6-E379-4B96-AFFB-0BBBA40D847E}" dt="2020-03-03T20:27:29.471" v="67"/>
          <ac:spMkLst>
            <pc:docMk/>
            <pc:sldMk cId="0" sldId="400"/>
            <ac:spMk id="8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27:44.440" v="69" actId="1076"/>
          <ac:spMkLst>
            <pc:docMk/>
            <pc:sldMk cId="0" sldId="400"/>
            <ac:spMk id="9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27:44.471" v="71" actId="1076"/>
          <ac:spMkLst>
            <pc:docMk/>
            <pc:sldMk cId="0" sldId="400"/>
            <ac:spMk id="11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32:27.144" v="206" actId="1076"/>
          <ac:spMkLst>
            <pc:docMk/>
            <pc:sldMk cId="0" sldId="400"/>
            <ac:spMk id="12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27:44.487" v="73" actId="1076"/>
          <ac:spMkLst>
            <pc:docMk/>
            <pc:sldMk cId="0" sldId="400"/>
            <ac:spMk id="13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28:34.909" v="84" actId="1076"/>
          <ac:spMkLst>
            <pc:docMk/>
            <pc:sldMk cId="0" sldId="400"/>
            <ac:spMk id="14" creationId="{00000000-0000-0000-0000-000000000000}"/>
          </ac:spMkLst>
        </pc:spChg>
        <pc:spChg chg="add del mod">
          <ac:chgData name="Jesús Sanchez-Oro Calvo" userId="S::jesus.sanchezoro@urjc.es::7a1a82d3-2fa3-4ccc-a987-67365126dc6a" providerId="AD" clId="Web-{9D5FC0E6-E379-4B96-AFFB-0BBBA40D847E}" dt="2020-03-03T20:29:09.987" v="99" actId="1076"/>
          <ac:spMkLst>
            <pc:docMk/>
            <pc:sldMk cId="0" sldId="400"/>
            <ac:spMk id="18" creationId="{00000000-0000-0000-0000-000000000000}"/>
          </ac:spMkLst>
        </pc:spChg>
        <pc:spChg chg="add del mod">
          <ac:chgData name="Jesús Sanchez-Oro Calvo" userId="S::jesus.sanchezoro@urjc.es::7a1a82d3-2fa3-4ccc-a987-67365126dc6a" providerId="AD" clId="Web-{9D5FC0E6-E379-4B96-AFFB-0BBBA40D847E}" dt="2020-03-03T20:29:02.174" v="96" actId="1076"/>
          <ac:spMkLst>
            <pc:docMk/>
            <pc:sldMk cId="0" sldId="400"/>
            <ac:spMk id="19" creationId="{00000000-0000-0000-0000-000000000000}"/>
          </ac:spMkLst>
        </pc:spChg>
        <pc:spChg chg="add del mod">
          <ac:chgData name="Jesús Sanchez-Oro Calvo" userId="S::jesus.sanchezoro@urjc.es::7a1a82d3-2fa3-4ccc-a987-67365126dc6a" providerId="AD" clId="Web-{9D5FC0E6-E379-4B96-AFFB-0BBBA40D847E}" dt="2020-03-03T20:29:05.487" v="97" actId="1076"/>
          <ac:spMkLst>
            <pc:docMk/>
            <pc:sldMk cId="0" sldId="400"/>
            <ac:spMk id="20" creationId="{00000000-0000-0000-0000-000000000000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32:24.097" v="204" actId="20577"/>
          <ac:spMkLst>
            <pc:docMk/>
            <pc:sldMk cId="0" sldId="400"/>
            <ac:spMk id="23" creationId="{00000000-0000-0000-0000-000000000000}"/>
          </ac:spMkLst>
        </pc:spChg>
        <pc:spChg chg="add mod">
          <ac:chgData name="Jesús Sanchez-Oro Calvo" userId="S::jesus.sanchezoro@urjc.es::7a1a82d3-2fa3-4ccc-a987-67365126dc6a" providerId="AD" clId="Web-{9D5FC0E6-E379-4B96-AFFB-0BBBA40D847E}" dt="2020-03-03T20:28:45.643" v="92" actId="20577"/>
          <ac:spMkLst>
            <pc:docMk/>
            <pc:sldMk cId="0" sldId="400"/>
            <ac:spMk id="25" creationId="{DA00B693-717B-4368-990A-F7CA6A38BDBC}"/>
          </ac:spMkLst>
        </pc:spChg>
        <pc:spChg chg="add mod">
          <ac:chgData name="Jesús Sanchez-Oro Calvo" userId="S::jesus.sanchezoro@urjc.es::7a1a82d3-2fa3-4ccc-a987-67365126dc6a" providerId="AD" clId="Web-{9D5FC0E6-E379-4B96-AFFB-0BBBA40D847E}" dt="2020-03-03T20:30:23.019" v="122" actId="1076"/>
          <ac:spMkLst>
            <pc:docMk/>
            <pc:sldMk cId="0" sldId="400"/>
            <ac:spMk id="26" creationId="{03282B02-23AF-451B-B4E9-44E8B91DA7E2}"/>
          </ac:spMkLst>
        </pc:spChg>
        <pc:spChg chg="add mod">
          <ac:chgData name="Jesús Sanchez-Oro Calvo" userId="S::jesus.sanchezoro@urjc.es::7a1a82d3-2fa3-4ccc-a987-67365126dc6a" providerId="AD" clId="Web-{9D5FC0E6-E379-4B96-AFFB-0BBBA40D847E}" dt="2020-03-03T20:30:14.159" v="120" actId="20577"/>
          <ac:spMkLst>
            <pc:docMk/>
            <pc:sldMk cId="0" sldId="400"/>
            <ac:spMk id="27" creationId="{0226D98B-5BA5-43FC-8704-63625CD4F8DD}"/>
          </ac:spMkLst>
        </pc:spChg>
        <pc:spChg chg="add mod">
          <ac:chgData name="Jesús Sanchez-Oro Calvo" userId="S::jesus.sanchezoro@urjc.es::7a1a82d3-2fa3-4ccc-a987-67365126dc6a" providerId="AD" clId="Web-{9D5FC0E6-E379-4B96-AFFB-0BBBA40D847E}" dt="2020-03-03T20:30:06.206" v="118" actId="20577"/>
          <ac:spMkLst>
            <pc:docMk/>
            <pc:sldMk cId="0" sldId="400"/>
            <ac:spMk id="28" creationId="{5E44AA42-97A9-497E-BB5A-49F86FC8BFEB}"/>
          </ac:spMkLst>
        </pc:spChg>
        <pc:picChg chg="add del mod">
          <ac:chgData name="Jesús Sanchez-Oro Calvo" userId="S::jesus.sanchezoro@urjc.es::7a1a82d3-2fa3-4ccc-a987-67365126dc6a" providerId="AD" clId="Web-{9D5FC0E6-E379-4B96-AFFB-0BBBA40D847E}" dt="2020-03-03T20:24:51.283" v="9"/>
          <ac:picMkLst>
            <pc:docMk/>
            <pc:sldMk cId="0" sldId="400"/>
            <ac:picMk id="3" creationId="{56EDA0F0-5640-4AA0-8D35-C9391F62307A}"/>
          </ac:picMkLst>
        </pc:picChg>
        <pc:picChg chg="mod">
          <ac:chgData name="Jesús Sanchez-Oro Calvo" userId="S::jesus.sanchezoro@urjc.es::7a1a82d3-2fa3-4ccc-a987-67365126dc6a" providerId="AD" clId="Web-{9D5FC0E6-E379-4B96-AFFB-0BBBA40D847E}" dt="2020-03-03T20:27:44.424" v="68" actId="1076"/>
          <ac:picMkLst>
            <pc:docMk/>
            <pc:sldMk cId="0" sldId="400"/>
            <ac:picMk id="6" creationId="{00000000-0000-0000-0000-000000000000}"/>
          </ac:picMkLst>
        </pc:picChg>
        <pc:picChg chg="del">
          <ac:chgData name="Jesús Sanchez-Oro Calvo" userId="S::jesus.sanchezoro@urjc.es::7a1a82d3-2fa3-4ccc-a987-67365126dc6a" providerId="AD" clId="Web-{9D5FC0E6-E379-4B96-AFFB-0BBBA40D847E}" dt="2020-03-03T20:27:24.033" v="66"/>
          <ac:picMkLst>
            <pc:docMk/>
            <pc:sldMk cId="0" sldId="400"/>
            <ac:picMk id="7" creationId="{00000000-0000-0000-0000-000000000000}"/>
          </ac:picMkLst>
        </pc:picChg>
        <pc:picChg chg="mod">
          <ac:chgData name="Jesús Sanchez-Oro Calvo" userId="S::jesus.sanchezoro@urjc.es::7a1a82d3-2fa3-4ccc-a987-67365126dc6a" providerId="AD" clId="Web-{9D5FC0E6-E379-4B96-AFFB-0BBBA40D847E}" dt="2020-03-03T20:27:44.455" v="70" actId="1076"/>
          <ac:picMkLst>
            <pc:docMk/>
            <pc:sldMk cId="0" sldId="400"/>
            <ac:picMk id="10" creationId="{00000000-0000-0000-0000-000000000000}"/>
          </ac:picMkLst>
        </pc:picChg>
        <pc:picChg chg="add del">
          <ac:chgData name="Jesús Sanchez-Oro Calvo" userId="S::jesus.sanchezoro@urjc.es::7a1a82d3-2fa3-4ccc-a987-67365126dc6a" providerId="AD" clId="Web-{9D5FC0E6-E379-4B96-AFFB-0BBBA40D847E}" dt="2020-03-03T20:29:37.925" v="108"/>
          <ac:picMkLst>
            <pc:docMk/>
            <pc:sldMk cId="0" sldId="400"/>
            <ac:picMk id="15" creationId="{00000000-0000-0000-0000-000000000000}"/>
          </ac:picMkLst>
        </pc:picChg>
        <pc:picChg chg="add del mod ord">
          <ac:chgData name="Jesús Sanchez-Oro Calvo" userId="S::jesus.sanchezoro@urjc.es::7a1a82d3-2fa3-4ccc-a987-67365126dc6a" providerId="AD" clId="Web-{9D5FC0E6-E379-4B96-AFFB-0BBBA40D847E}" dt="2020-03-03T20:27:00.127" v="64"/>
          <ac:picMkLst>
            <pc:docMk/>
            <pc:sldMk cId="0" sldId="400"/>
            <ac:picMk id="16" creationId="{F32B73D5-D5C7-482E-91F2-14B010793BED}"/>
          </ac:picMkLst>
        </pc:picChg>
        <pc:picChg chg="add mod ord">
          <ac:chgData name="Jesús Sanchez-Oro Calvo" userId="S::jesus.sanchezoro@urjc.es::7a1a82d3-2fa3-4ccc-a987-67365126dc6a" providerId="AD" clId="Web-{9D5FC0E6-E379-4B96-AFFB-0BBBA40D847E}" dt="2020-03-03T20:28:58.534" v="95"/>
          <ac:picMkLst>
            <pc:docMk/>
            <pc:sldMk cId="0" sldId="400"/>
            <ac:picMk id="22" creationId="{4A3A7BE0-58F2-493B-BB5A-FB7874E88F7B}"/>
          </ac:picMkLst>
        </pc:picChg>
        <pc:picChg chg="add mod ord">
          <ac:chgData name="Jesús Sanchez-Oro Calvo" userId="S::jesus.sanchezoro@urjc.es::7a1a82d3-2fa3-4ccc-a987-67365126dc6a" providerId="AD" clId="Web-{9D5FC0E6-E379-4B96-AFFB-0BBBA40D847E}" dt="2020-03-03T20:29:57.190" v="112"/>
          <ac:picMkLst>
            <pc:docMk/>
            <pc:sldMk cId="0" sldId="400"/>
            <ac:picMk id="29" creationId="{B2EFA078-16B8-4C22-A2B0-F4C820A8F7AC}"/>
          </ac:picMkLst>
        </pc:picChg>
      </pc:sldChg>
      <pc:sldChg chg="modSp">
        <pc:chgData name="Jesús Sanchez-Oro Calvo" userId="S::jesus.sanchezoro@urjc.es::7a1a82d3-2fa3-4ccc-a987-67365126dc6a" providerId="AD" clId="Web-{9D5FC0E6-E379-4B96-AFFB-0BBBA40D847E}" dt="2020-03-03T20:38:39.927" v="789" actId="20577"/>
        <pc:sldMkLst>
          <pc:docMk/>
          <pc:sldMk cId="0" sldId="401"/>
        </pc:sldMkLst>
        <pc:spChg chg="mod">
          <ac:chgData name="Jesús Sanchez-Oro Calvo" userId="S::jesus.sanchezoro@urjc.es::7a1a82d3-2fa3-4ccc-a987-67365126dc6a" providerId="AD" clId="Web-{9D5FC0E6-E379-4B96-AFFB-0BBBA40D847E}" dt="2020-03-03T20:38:39.927" v="789" actId="20577"/>
          <ac:spMkLst>
            <pc:docMk/>
            <pc:sldMk cId="0" sldId="401"/>
            <ac:spMk id="3" creationId="{00000000-0000-0000-0000-000000000000}"/>
          </ac:spMkLst>
        </pc:spChg>
      </pc:sldChg>
      <pc:sldChg chg="addSp delSp modSp">
        <pc:chgData name="Jesús Sanchez-Oro Calvo" userId="S::jesus.sanchezoro@urjc.es::7a1a82d3-2fa3-4ccc-a987-67365126dc6a" providerId="AD" clId="Web-{9D5FC0E6-E379-4B96-AFFB-0BBBA40D847E}" dt="2020-03-03T20:39:30.428" v="799" actId="14100"/>
        <pc:sldMkLst>
          <pc:docMk/>
          <pc:sldMk cId="0" sldId="402"/>
        </pc:sldMkLst>
        <pc:spChg chg="mod">
          <ac:chgData name="Jesús Sanchez-Oro Calvo" userId="S::jesus.sanchezoro@urjc.es::7a1a82d3-2fa3-4ccc-a987-67365126dc6a" providerId="AD" clId="Web-{9D5FC0E6-E379-4B96-AFFB-0BBBA40D847E}" dt="2020-03-03T20:39:16.443" v="796" actId="1076"/>
          <ac:spMkLst>
            <pc:docMk/>
            <pc:sldMk cId="0" sldId="402"/>
            <ac:spMk id="9" creationId="{00000000-0000-0000-0000-000000000000}"/>
          </ac:spMkLst>
        </pc:spChg>
        <pc:picChg chg="add mod">
          <ac:chgData name="Jesús Sanchez-Oro Calvo" userId="S::jesus.sanchezoro@urjc.es::7a1a82d3-2fa3-4ccc-a987-67365126dc6a" providerId="AD" clId="Web-{9D5FC0E6-E379-4B96-AFFB-0BBBA40D847E}" dt="2020-03-03T20:39:30.428" v="799" actId="14100"/>
          <ac:picMkLst>
            <pc:docMk/>
            <pc:sldMk cId="0" sldId="402"/>
            <ac:picMk id="3" creationId="{19EB74A7-E264-4428-BC95-0162D98D70E1}"/>
          </ac:picMkLst>
        </pc:picChg>
        <pc:picChg chg="del">
          <ac:chgData name="Jesús Sanchez-Oro Calvo" userId="S::jesus.sanchezoro@urjc.es::7a1a82d3-2fa3-4ccc-a987-67365126dc6a" providerId="AD" clId="Web-{9D5FC0E6-E379-4B96-AFFB-0BBBA40D847E}" dt="2020-03-03T20:38:59.896" v="791"/>
          <ac:picMkLst>
            <pc:docMk/>
            <pc:sldMk cId="0" sldId="402"/>
            <ac:picMk id="8" creationId="{00000000-0000-0000-0000-000000000000}"/>
          </ac:picMkLst>
        </pc:picChg>
        <pc:picChg chg="mod">
          <ac:chgData name="Jesús Sanchez-Oro Calvo" userId="S::jesus.sanchezoro@urjc.es::7a1a82d3-2fa3-4ccc-a987-67365126dc6a" providerId="AD" clId="Web-{9D5FC0E6-E379-4B96-AFFB-0BBBA40D847E}" dt="2020-03-03T20:39:16.443" v="795" actId="1076"/>
          <ac:picMkLst>
            <pc:docMk/>
            <pc:sldMk cId="0" sldId="402"/>
            <ac:picMk id="10" creationId="{00000000-0000-0000-0000-000000000000}"/>
          </ac:picMkLst>
        </pc:picChg>
      </pc:sldChg>
      <pc:sldChg chg="addSp delSp modSp new">
        <pc:chgData name="Jesús Sanchez-Oro Calvo" userId="S::jesus.sanchezoro@urjc.es::7a1a82d3-2fa3-4ccc-a987-67365126dc6a" providerId="AD" clId="Web-{9D5FC0E6-E379-4B96-AFFB-0BBBA40D847E}" dt="2020-03-03T20:43:40.085" v="1073" actId="20577"/>
        <pc:sldMkLst>
          <pc:docMk/>
          <pc:sldMk cId="684708500" sldId="511"/>
        </pc:sldMkLst>
        <pc:spChg chg="mod">
          <ac:chgData name="Jesús Sanchez-Oro Calvo" userId="S::jesus.sanchezoro@urjc.es::7a1a82d3-2fa3-4ccc-a987-67365126dc6a" providerId="AD" clId="Web-{9D5FC0E6-E379-4B96-AFFB-0BBBA40D847E}" dt="2020-03-03T20:40:25.193" v="811" actId="20577"/>
          <ac:spMkLst>
            <pc:docMk/>
            <pc:sldMk cId="684708500" sldId="511"/>
            <ac:spMk id="2" creationId="{81C7FAB6-5D41-4DB8-BB87-7E9C571EC8FF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43:40.085" v="1073" actId="20577"/>
          <ac:spMkLst>
            <pc:docMk/>
            <pc:sldMk cId="684708500" sldId="511"/>
            <ac:spMk id="3" creationId="{09C76CF5-67B8-4893-AD2B-72DCE8ADDDA2}"/>
          </ac:spMkLst>
        </pc:spChg>
        <pc:picChg chg="add del mod">
          <ac:chgData name="Jesús Sanchez-Oro Calvo" userId="S::jesus.sanchezoro@urjc.es::7a1a82d3-2fa3-4ccc-a987-67365126dc6a" providerId="AD" clId="Web-{9D5FC0E6-E379-4B96-AFFB-0BBBA40D847E}" dt="2020-03-03T20:41:07.162" v="851"/>
          <ac:picMkLst>
            <pc:docMk/>
            <pc:sldMk cId="684708500" sldId="511"/>
            <ac:picMk id="5" creationId="{05D2A919-218C-46FE-87AB-90703928F99C}"/>
          </ac:picMkLst>
        </pc:picChg>
      </pc:sldChg>
      <pc:sldChg chg="addSp modSp new ord">
        <pc:chgData name="Jesús Sanchez-Oro Calvo" userId="S::jesus.sanchezoro@urjc.es::7a1a82d3-2fa3-4ccc-a987-67365126dc6a" providerId="AD" clId="Web-{9D5FC0E6-E379-4B96-AFFB-0BBBA40D847E}" dt="2020-03-03T20:44:18.976" v="1155" actId="1076"/>
        <pc:sldMkLst>
          <pc:docMk/>
          <pc:sldMk cId="1411618218" sldId="512"/>
        </pc:sldMkLst>
        <pc:spChg chg="mod">
          <ac:chgData name="Jesús Sanchez-Oro Calvo" userId="S::jesus.sanchezoro@urjc.es::7a1a82d3-2fa3-4ccc-a987-67365126dc6a" providerId="AD" clId="Web-{9D5FC0E6-E379-4B96-AFFB-0BBBA40D847E}" dt="2020-03-03T20:43:55.335" v="1128" actId="20577"/>
          <ac:spMkLst>
            <pc:docMk/>
            <pc:sldMk cId="1411618218" sldId="512"/>
            <ac:spMk id="2" creationId="{0D73E2C2-F3E2-48E9-BEF5-7322B1F765D7}"/>
          </ac:spMkLst>
        </pc:spChg>
        <pc:spChg chg="mod">
          <ac:chgData name="Jesús Sanchez-Oro Calvo" userId="S::jesus.sanchezoro@urjc.es::7a1a82d3-2fa3-4ccc-a987-67365126dc6a" providerId="AD" clId="Web-{9D5FC0E6-E379-4B96-AFFB-0BBBA40D847E}" dt="2020-03-03T20:44:11.523" v="1150" actId="20577"/>
          <ac:spMkLst>
            <pc:docMk/>
            <pc:sldMk cId="1411618218" sldId="512"/>
            <ac:spMk id="3" creationId="{9C38BE67-D873-422C-8922-40591400746A}"/>
          </ac:spMkLst>
        </pc:spChg>
        <pc:picChg chg="add mod">
          <ac:chgData name="Jesús Sanchez-Oro Calvo" userId="S::jesus.sanchezoro@urjc.es::7a1a82d3-2fa3-4ccc-a987-67365126dc6a" providerId="AD" clId="Web-{9D5FC0E6-E379-4B96-AFFB-0BBBA40D847E}" dt="2020-03-03T20:44:18.976" v="1155" actId="1076"/>
          <ac:picMkLst>
            <pc:docMk/>
            <pc:sldMk cId="1411618218" sldId="512"/>
            <ac:picMk id="5" creationId="{9BDD244C-A710-4370-A95C-E82F2043A0FD}"/>
          </ac:picMkLst>
        </pc:picChg>
      </pc:sldChg>
      <pc:sldChg chg="modSp add replId">
        <pc:chgData name="Jesús Sanchez-Oro Calvo" userId="S::jesus.sanchezoro@urjc.es::7a1a82d3-2fa3-4ccc-a987-67365126dc6a" providerId="AD" clId="Web-{9D5FC0E6-E379-4B96-AFFB-0BBBA40D847E}" dt="2020-03-03T20:46:51.477" v="1359" actId="20577"/>
        <pc:sldMkLst>
          <pc:docMk/>
          <pc:sldMk cId="3435296624" sldId="513"/>
        </pc:sldMkLst>
        <pc:spChg chg="mod">
          <ac:chgData name="Jesús Sanchez-Oro Calvo" userId="S::jesus.sanchezoro@urjc.es::7a1a82d3-2fa3-4ccc-a987-67365126dc6a" providerId="AD" clId="Web-{9D5FC0E6-E379-4B96-AFFB-0BBBA40D847E}" dt="2020-03-03T20:46:51.477" v="1359" actId="20577"/>
          <ac:spMkLst>
            <pc:docMk/>
            <pc:sldMk cId="3435296624" sldId="513"/>
            <ac:spMk id="3" creationId="{09C76CF5-67B8-4893-AD2B-72DCE8ADDDA2}"/>
          </ac:spMkLst>
        </pc:spChg>
      </pc:sldChg>
    </pc:docChg>
  </pc:docChgLst>
  <pc:docChgLst>
    <pc:chgData name="Paloma Cáceres García De Marina" userId="7516f0e2-be62-4205-91e6-1d37ec21b52a" providerId="ADAL" clId="{A0377D70-17A4-4E6E-8DCC-7AF46F941808}"/>
    <pc:docChg chg="undo custSel addSld delSld modSld">
      <pc:chgData name="Paloma Cáceres García De Marina" userId="7516f0e2-be62-4205-91e6-1d37ec21b52a" providerId="ADAL" clId="{A0377D70-17A4-4E6E-8DCC-7AF46F941808}" dt="2023-03-08T17:16:12.264" v="888" actId="113"/>
      <pc:docMkLst>
        <pc:docMk/>
      </pc:docMkLst>
      <pc:sldChg chg="modSp mod">
        <pc:chgData name="Paloma Cáceres García De Marina" userId="7516f0e2-be62-4205-91e6-1d37ec21b52a" providerId="ADAL" clId="{A0377D70-17A4-4E6E-8DCC-7AF46F941808}" dt="2023-03-07T20:51:51.282" v="0" actId="20577"/>
        <pc:sldMkLst>
          <pc:docMk/>
          <pc:sldMk cId="1070510077" sldId="508"/>
        </pc:sldMkLst>
        <pc:spChg chg="mod">
          <ac:chgData name="Paloma Cáceres García De Marina" userId="7516f0e2-be62-4205-91e6-1d37ec21b52a" providerId="ADAL" clId="{A0377D70-17A4-4E6E-8DCC-7AF46F941808}" dt="2023-03-07T20:51:51.282" v="0" actId="20577"/>
          <ac:spMkLst>
            <pc:docMk/>
            <pc:sldMk cId="1070510077" sldId="508"/>
            <ac:spMk id="3" creationId="{951917E6-E969-4978-A3B0-83233C7F8FC2}"/>
          </ac:spMkLst>
        </pc:spChg>
      </pc:sldChg>
      <pc:sldChg chg="modSp add del mod">
        <pc:chgData name="Paloma Cáceres García De Marina" userId="7516f0e2-be62-4205-91e6-1d37ec21b52a" providerId="ADAL" clId="{A0377D70-17A4-4E6E-8DCC-7AF46F941808}" dt="2023-03-08T12:17:57.785" v="489" actId="47"/>
        <pc:sldMkLst>
          <pc:docMk/>
          <pc:sldMk cId="395418748" sldId="594"/>
        </pc:sldMkLst>
        <pc:spChg chg="mod">
          <ac:chgData name="Paloma Cáceres García De Marina" userId="7516f0e2-be62-4205-91e6-1d37ec21b52a" providerId="ADAL" clId="{A0377D70-17A4-4E6E-8DCC-7AF46F941808}" dt="2023-03-08T11:59:20.510" v="53" actId="113"/>
          <ac:spMkLst>
            <pc:docMk/>
            <pc:sldMk cId="395418748" sldId="594"/>
            <ac:spMk id="3" creationId="{54F59CED-C523-48A8-946C-00D9E7EBE4F1}"/>
          </ac:spMkLst>
        </pc:spChg>
        <pc:spChg chg="mod">
          <ac:chgData name="Paloma Cáceres García De Marina" userId="7516f0e2-be62-4205-91e6-1d37ec21b52a" providerId="ADAL" clId="{A0377D70-17A4-4E6E-8DCC-7AF46F941808}" dt="2023-03-07T20:53:10.393" v="13" actId="20577"/>
          <ac:spMkLst>
            <pc:docMk/>
            <pc:sldMk cId="395418748" sldId="594"/>
            <ac:spMk id="6146" creationId="{00000000-0000-0000-0000-000000000000}"/>
          </ac:spMkLst>
        </pc:spChg>
      </pc:sldChg>
      <pc:sldChg chg="delSp modSp add mod">
        <pc:chgData name="Paloma Cáceres García De Marina" userId="7516f0e2-be62-4205-91e6-1d37ec21b52a" providerId="ADAL" clId="{A0377D70-17A4-4E6E-8DCC-7AF46F941808}" dt="2023-03-08T17:12:03.813" v="801" actId="20577"/>
        <pc:sldMkLst>
          <pc:docMk/>
          <pc:sldMk cId="988198126" sldId="595"/>
        </pc:sldMkLst>
        <pc:spChg chg="mod">
          <ac:chgData name="Paloma Cáceres García De Marina" userId="7516f0e2-be62-4205-91e6-1d37ec21b52a" providerId="ADAL" clId="{A0377D70-17A4-4E6E-8DCC-7AF46F941808}" dt="2023-03-08T17:12:03.813" v="801" actId="20577"/>
          <ac:spMkLst>
            <pc:docMk/>
            <pc:sldMk cId="988198126" sldId="595"/>
            <ac:spMk id="3" creationId="{538C4B12-D84C-8F82-6FA3-7E365B68018E}"/>
          </ac:spMkLst>
        </pc:spChg>
        <pc:spChg chg="del">
          <ac:chgData name="Paloma Cáceres García De Marina" userId="7516f0e2-be62-4205-91e6-1d37ec21b52a" providerId="ADAL" clId="{A0377D70-17A4-4E6E-8DCC-7AF46F941808}" dt="2023-03-08T12:17:01.150" v="456" actId="478"/>
          <ac:spMkLst>
            <pc:docMk/>
            <pc:sldMk cId="988198126" sldId="595"/>
            <ac:spMk id="5" creationId="{E5887A4A-F776-1A06-0893-B6DD127F1B34}"/>
          </ac:spMkLst>
        </pc:spChg>
        <pc:spChg chg="del">
          <ac:chgData name="Paloma Cáceres García De Marina" userId="7516f0e2-be62-4205-91e6-1d37ec21b52a" providerId="ADAL" clId="{A0377D70-17A4-4E6E-8DCC-7AF46F941808}" dt="2023-03-08T12:15:32.423" v="404" actId="478"/>
          <ac:spMkLst>
            <pc:docMk/>
            <pc:sldMk cId="988198126" sldId="595"/>
            <ac:spMk id="6" creationId="{84C44954-00DC-020E-25A3-4347A5F01026}"/>
          </ac:spMkLst>
        </pc:spChg>
        <pc:spChg chg="del">
          <ac:chgData name="Paloma Cáceres García De Marina" userId="7516f0e2-be62-4205-91e6-1d37ec21b52a" providerId="ADAL" clId="{A0377D70-17A4-4E6E-8DCC-7AF46F941808}" dt="2023-03-08T12:15:31.056" v="403" actId="478"/>
          <ac:spMkLst>
            <pc:docMk/>
            <pc:sldMk cId="988198126" sldId="595"/>
            <ac:spMk id="7" creationId="{06868F28-7E64-3631-A5EE-3160C4A60D8A}"/>
          </ac:spMkLst>
        </pc:spChg>
        <pc:spChg chg="mod">
          <ac:chgData name="Paloma Cáceres García De Marina" userId="7516f0e2-be62-4205-91e6-1d37ec21b52a" providerId="ADAL" clId="{A0377D70-17A4-4E6E-8DCC-7AF46F941808}" dt="2023-03-07T20:53:19.577" v="14"/>
          <ac:spMkLst>
            <pc:docMk/>
            <pc:sldMk cId="988198126" sldId="595"/>
            <ac:spMk id="6146" creationId="{00000000-0000-0000-0000-000000000000}"/>
          </ac:spMkLst>
        </pc:spChg>
      </pc:sldChg>
      <pc:sldChg chg="delSp modSp add mod">
        <pc:chgData name="Paloma Cáceres García De Marina" userId="7516f0e2-be62-4205-91e6-1d37ec21b52a" providerId="ADAL" clId="{A0377D70-17A4-4E6E-8DCC-7AF46F941808}" dt="2023-03-08T12:18:37.944" v="497" actId="113"/>
        <pc:sldMkLst>
          <pc:docMk/>
          <pc:sldMk cId="2394437114" sldId="596"/>
        </pc:sldMkLst>
        <pc:spChg chg="mod">
          <ac:chgData name="Paloma Cáceres García De Marina" userId="7516f0e2-be62-4205-91e6-1d37ec21b52a" providerId="ADAL" clId="{A0377D70-17A4-4E6E-8DCC-7AF46F941808}" dt="2023-03-08T12:18:37.944" v="497" actId="113"/>
          <ac:spMkLst>
            <pc:docMk/>
            <pc:sldMk cId="2394437114" sldId="596"/>
            <ac:spMk id="3" creationId="{538C4B12-D84C-8F82-6FA3-7E365B68018E}"/>
          </ac:spMkLst>
        </pc:spChg>
        <pc:spChg chg="del">
          <ac:chgData name="Paloma Cáceres García De Marina" userId="7516f0e2-be62-4205-91e6-1d37ec21b52a" providerId="ADAL" clId="{A0377D70-17A4-4E6E-8DCC-7AF46F941808}" dt="2023-03-08T12:04:01.492" v="115" actId="478"/>
          <ac:spMkLst>
            <pc:docMk/>
            <pc:sldMk cId="2394437114" sldId="596"/>
            <ac:spMk id="4" creationId="{4E027034-B9F4-CB25-7ACC-1936A6A8B245}"/>
          </ac:spMkLst>
        </pc:spChg>
        <pc:spChg chg="del">
          <ac:chgData name="Paloma Cáceres García De Marina" userId="7516f0e2-be62-4205-91e6-1d37ec21b52a" providerId="ADAL" clId="{A0377D70-17A4-4E6E-8DCC-7AF46F941808}" dt="2023-03-08T12:04:03.947" v="116" actId="478"/>
          <ac:spMkLst>
            <pc:docMk/>
            <pc:sldMk cId="2394437114" sldId="596"/>
            <ac:spMk id="5" creationId="{004525B9-FF80-3D47-B88D-8906E48389EB}"/>
          </ac:spMkLst>
        </pc:spChg>
        <pc:spChg chg="del">
          <ac:chgData name="Paloma Cáceres García De Marina" userId="7516f0e2-be62-4205-91e6-1d37ec21b52a" providerId="ADAL" clId="{A0377D70-17A4-4E6E-8DCC-7AF46F941808}" dt="2023-03-08T12:03:11.832" v="99" actId="478"/>
          <ac:spMkLst>
            <pc:docMk/>
            <pc:sldMk cId="2394437114" sldId="596"/>
            <ac:spMk id="6" creationId="{8ECF6E5F-27F4-968B-E47A-764D5C900604}"/>
          </ac:spMkLst>
        </pc:spChg>
        <pc:spChg chg="del">
          <ac:chgData name="Paloma Cáceres García De Marina" userId="7516f0e2-be62-4205-91e6-1d37ec21b52a" providerId="ADAL" clId="{A0377D70-17A4-4E6E-8DCC-7AF46F941808}" dt="2023-03-08T12:03:49.568" v="111" actId="478"/>
          <ac:spMkLst>
            <pc:docMk/>
            <pc:sldMk cId="2394437114" sldId="596"/>
            <ac:spMk id="7" creationId="{B5DE62DD-4AC9-C0E3-7B09-F816C3C526B1}"/>
          </ac:spMkLst>
        </pc:spChg>
        <pc:spChg chg="mod">
          <ac:chgData name="Paloma Cáceres García De Marina" userId="7516f0e2-be62-4205-91e6-1d37ec21b52a" providerId="ADAL" clId="{A0377D70-17A4-4E6E-8DCC-7AF46F941808}" dt="2023-03-07T20:53:25.357" v="15"/>
          <ac:spMkLst>
            <pc:docMk/>
            <pc:sldMk cId="2394437114" sldId="596"/>
            <ac:spMk id="6146" creationId="{00000000-0000-0000-0000-000000000000}"/>
          </ac:spMkLst>
        </pc:spChg>
      </pc:sldChg>
      <pc:sldChg chg="modSp add mod">
        <pc:chgData name="Paloma Cáceres García De Marina" userId="7516f0e2-be62-4205-91e6-1d37ec21b52a" providerId="ADAL" clId="{A0377D70-17A4-4E6E-8DCC-7AF46F941808}" dt="2023-03-08T17:16:12.264" v="888" actId="113"/>
        <pc:sldMkLst>
          <pc:docMk/>
          <pc:sldMk cId="1586159795" sldId="597"/>
        </pc:sldMkLst>
        <pc:spChg chg="mod">
          <ac:chgData name="Paloma Cáceres García De Marina" userId="7516f0e2-be62-4205-91e6-1d37ec21b52a" providerId="ADAL" clId="{A0377D70-17A4-4E6E-8DCC-7AF46F941808}" dt="2023-03-08T17:16:12.264" v="888" actId="113"/>
          <ac:spMkLst>
            <pc:docMk/>
            <pc:sldMk cId="1586159795" sldId="597"/>
            <ac:spMk id="8" creationId="{72484189-B07F-4D36-9BD9-00CB39442DEB}"/>
          </ac:spMkLst>
        </pc:spChg>
        <pc:spChg chg="mod">
          <ac:chgData name="Paloma Cáceres García De Marina" userId="7516f0e2-be62-4205-91e6-1d37ec21b52a" providerId="ADAL" clId="{A0377D70-17A4-4E6E-8DCC-7AF46F941808}" dt="2023-03-07T20:53:33.887" v="17"/>
          <ac:spMkLst>
            <pc:docMk/>
            <pc:sldMk cId="1586159795" sldId="597"/>
            <ac:spMk id="6146" creationId="{00000000-0000-0000-0000-000000000000}"/>
          </ac:spMkLst>
        </pc:spChg>
      </pc:sldChg>
      <pc:sldChg chg="modSp add del mod">
        <pc:chgData name="Paloma Cáceres García De Marina" userId="7516f0e2-be62-4205-91e6-1d37ec21b52a" providerId="ADAL" clId="{A0377D70-17A4-4E6E-8DCC-7AF46F941808}" dt="2023-03-08T12:11:08.204" v="294" actId="47"/>
        <pc:sldMkLst>
          <pc:docMk/>
          <pc:sldMk cId="1052597214" sldId="599"/>
        </pc:sldMkLst>
        <pc:spChg chg="mod">
          <ac:chgData name="Paloma Cáceres García De Marina" userId="7516f0e2-be62-4205-91e6-1d37ec21b52a" providerId="ADAL" clId="{A0377D70-17A4-4E6E-8DCC-7AF46F941808}" dt="2023-03-08T12:07:27.305" v="225" actId="21"/>
          <ac:spMkLst>
            <pc:docMk/>
            <pc:sldMk cId="1052597214" sldId="599"/>
            <ac:spMk id="3" creationId="{538C4B12-D84C-8F82-6FA3-7E365B68018E}"/>
          </ac:spMkLst>
        </pc:spChg>
        <pc:spChg chg="mod">
          <ac:chgData name="Paloma Cáceres García De Marina" userId="7516f0e2-be62-4205-91e6-1d37ec21b52a" providerId="ADAL" clId="{A0377D70-17A4-4E6E-8DCC-7AF46F941808}" dt="2023-03-07T20:53:29.684" v="16"/>
          <ac:spMkLst>
            <pc:docMk/>
            <pc:sldMk cId="1052597214" sldId="599"/>
            <ac:spMk id="6146" creationId="{00000000-0000-0000-0000-000000000000}"/>
          </ac:spMkLst>
        </pc:spChg>
      </pc:sldChg>
    </pc:docChg>
  </pc:docChgLst>
  <pc:docChgLst>
    <pc:chgData name="etsii subdireccion.oa" userId="S::etsii.subdireccion.oa@urjc.es::172d4a83-4cd0-47f1-a2b7-8e2e04debd23" providerId="AD" clId="Web-{73B14FB2-8E96-B43D-8335-AE3310FD539B}"/>
    <pc:docChg chg="addSld delSld modSld">
      <pc:chgData name="etsii subdireccion.oa" userId="S::etsii.subdireccion.oa@urjc.es::172d4a83-4cd0-47f1-a2b7-8e2e04debd23" providerId="AD" clId="Web-{73B14FB2-8E96-B43D-8335-AE3310FD539B}" dt="2025-01-17T15:57:02.804" v="2174" actId="20577"/>
      <pc:docMkLst>
        <pc:docMk/>
      </pc:docMkLst>
      <pc:sldChg chg="modSp del">
        <pc:chgData name="etsii subdireccion.oa" userId="S::etsii.subdireccion.oa@urjc.es::172d4a83-4cd0-47f1-a2b7-8e2e04debd23" providerId="AD" clId="Web-{73B14FB2-8E96-B43D-8335-AE3310FD539B}" dt="2025-01-17T15:11:47.540" v="1528"/>
        <pc:sldMkLst>
          <pc:docMk/>
          <pc:sldMk cId="0" sldId="332"/>
        </pc:sldMkLst>
        <pc:spChg chg="mod">
          <ac:chgData name="etsii subdireccion.oa" userId="S::etsii.subdireccion.oa@urjc.es::172d4a83-4cd0-47f1-a2b7-8e2e04debd23" providerId="AD" clId="Web-{73B14FB2-8E96-B43D-8335-AE3310FD539B}" dt="2025-01-17T15:10:20.335" v="1479" actId="20577"/>
          <ac:spMkLst>
            <pc:docMk/>
            <pc:sldMk cId="0" sldId="332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73B14FB2-8E96-B43D-8335-AE3310FD539B}" dt="2025-01-17T11:36:44.419" v="372" actId="14100"/>
        <pc:sldMkLst>
          <pc:docMk/>
          <pc:sldMk cId="1070510077" sldId="508"/>
        </pc:sldMkLst>
        <pc:spChg chg="mod">
          <ac:chgData name="etsii subdireccion.oa" userId="S::etsii.subdireccion.oa@urjc.es::172d4a83-4cd0-47f1-a2b7-8e2e04debd23" providerId="AD" clId="Web-{73B14FB2-8E96-B43D-8335-AE3310FD539B}" dt="2025-01-17T11:36:44.419" v="372" actId="14100"/>
          <ac:spMkLst>
            <pc:docMk/>
            <pc:sldMk cId="1070510077" sldId="508"/>
            <ac:spMk id="3" creationId="{951917E6-E969-4978-A3B0-83233C7F8FC2}"/>
          </ac:spMkLst>
        </pc:spChg>
      </pc:sldChg>
      <pc:sldChg chg="del">
        <pc:chgData name="etsii subdireccion.oa" userId="S::etsii.subdireccion.oa@urjc.es::172d4a83-4cd0-47f1-a2b7-8e2e04debd23" providerId="AD" clId="Web-{73B14FB2-8E96-B43D-8335-AE3310FD539B}" dt="2025-01-17T14:52:08.339" v="838"/>
        <pc:sldMkLst>
          <pc:docMk/>
          <pc:sldMk cId="1438952598" sldId="547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3.589" v="843"/>
        <pc:sldMkLst>
          <pc:docMk/>
          <pc:sldMk cId="3017578969" sldId="548"/>
        </pc:sldMkLst>
      </pc:sldChg>
      <pc:sldChg chg="addSp delSp modSp">
        <pc:chgData name="etsii subdireccion.oa" userId="S::etsii.subdireccion.oa@urjc.es::172d4a83-4cd0-47f1-a2b7-8e2e04debd23" providerId="AD" clId="Web-{73B14FB2-8E96-B43D-8335-AE3310FD539B}" dt="2025-01-17T15:57:02.804" v="2174" actId="20577"/>
        <pc:sldMkLst>
          <pc:docMk/>
          <pc:sldMk cId="2281222883" sldId="549"/>
        </pc:sldMkLst>
        <pc:spChg chg="add mod">
          <ac:chgData name="etsii subdireccion.oa" userId="S::etsii.subdireccion.oa@urjc.es::172d4a83-4cd0-47f1-a2b7-8e2e04debd23" providerId="AD" clId="Web-{73B14FB2-8E96-B43D-8335-AE3310FD539B}" dt="2025-01-17T15:57:02.804" v="2174" actId="20577"/>
          <ac:spMkLst>
            <pc:docMk/>
            <pc:sldMk cId="2281222883" sldId="549"/>
            <ac:spMk id="4" creationId="{9211F17E-6761-F1A5-B29D-DFAFB643E944}"/>
          </ac:spMkLst>
        </pc:spChg>
        <pc:spChg chg="mod">
          <ac:chgData name="etsii subdireccion.oa" userId="S::etsii.subdireccion.oa@urjc.es::172d4a83-4cd0-47f1-a2b7-8e2e04debd23" providerId="AD" clId="Web-{73B14FB2-8E96-B43D-8335-AE3310FD539B}" dt="2025-01-17T15:08:30.473" v="1428" actId="20577"/>
          <ac:spMkLst>
            <pc:docMk/>
            <pc:sldMk cId="2281222883" sldId="549"/>
            <ac:spMk id="6146" creationId="{00000000-0000-0000-0000-000000000000}"/>
          </ac:spMkLst>
        </pc:spChg>
        <pc:spChg chg="del mod">
          <ac:chgData name="etsii subdireccion.oa" userId="S::etsii.subdireccion.oa@urjc.es::172d4a83-4cd0-47f1-a2b7-8e2e04debd23" providerId="AD" clId="Web-{73B14FB2-8E96-B43D-8335-AE3310FD539B}" dt="2025-01-17T15:10:26.210" v="1480"/>
          <ac:spMkLst>
            <pc:docMk/>
            <pc:sldMk cId="2281222883" sldId="549"/>
            <ac:spMk id="6147" creationId="{00000000-0000-0000-0000-000000000000}"/>
          </ac:spMkLst>
        </pc:spChg>
      </pc:sldChg>
      <pc:sldChg chg="del">
        <pc:chgData name="etsii subdireccion.oa" userId="S::etsii.subdireccion.oa@urjc.es::172d4a83-4cd0-47f1-a2b7-8e2e04debd23" providerId="AD" clId="Web-{73B14FB2-8E96-B43D-8335-AE3310FD539B}" dt="2025-01-17T14:51:59.370" v="830"/>
        <pc:sldMkLst>
          <pc:docMk/>
          <pc:sldMk cId="779758563" sldId="564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3.479" v="833"/>
        <pc:sldMkLst>
          <pc:docMk/>
          <pc:sldMk cId="2494541123" sldId="580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2.917" v="832"/>
        <pc:sldMkLst>
          <pc:docMk/>
          <pc:sldMk cId="2869112124" sldId="582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4.151" v="834"/>
        <pc:sldMkLst>
          <pc:docMk/>
          <pc:sldMk cId="988198126" sldId="595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6.932" v="837"/>
        <pc:sldMkLst>
          <pc:docMk/>
          <pc:sldMk cId="2394437114" sldId="596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8.839" v="839"/>
        <pc:sldMkLst>
          <pc:docMk/>
          <pc:sldMk cId="1410686246" sldId="608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6.464" v="848"/>
        <pc:sldMkLst>
          <pc:docMk/>
          <pc:sldMk cId="1080801453" sldId="609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9.886" v="840"/>
        <pc:sldMkLst>
          <pc:docMk/>
          <pc:sldMk cId="2120482610" sldId="610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3.183" v="842"/>
        <pc:sldMkLst>
          <pc:docMk/>
          <pc:sldMk cId="3332144115" sldId="613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2.229" v="841"/>
        <pc:sldMkLst>
          <pc:docMk/>
          <pc:sldMk cId="858401454" sldId="614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2.042" v="831"/>
        <pc:sldMkLst>
          <pc:docMk/>
          <pc:sldMk cId="3802907024" sldId="615"/>
        </pc:sldMkLst>
      </pc:sldChg>
      <pc:sldChg chg="modSp">
        <pc:chgData name="etsii subdireccion.oa" userId="S::etsii.subdireccion.oa@urjc.es::172d4a83-4cd0-47f1-a2b7-8e2e04debd23" providerId="AD" clId="Web-{73B14FB2-8E96-B43D-8335-AE3310FD539B}" dt="2025-01-17T11:37:52.096" v="378" actId="20577"/>
        <pc:sldMkLst>
          <pc:docMk/>
          <pc:sldMk cId="3908869793" sldId="616"/>
        </pc:sldMkLst>
        <pc:spChg chg="mod">
          <ac:chgData name="etsii subdireccion.oa" userId="S::etsii.subdireccion.oa@urjc.es::172d4a83-4cd0-47f1-a2b7-8e2e04debd23" providerId="AD" clId="Web-{73B14FB2-8E96-B43D-8335-AE3310FD539B}" dt="2025-01-17T11:37:52.096" v="378" actId="20577"/>
          <ac:spMkLst>
            <pc:docMk/>
            <pc:sldMk cId="3908869793" sldId="616"/>
            <ac:spMk id="3" creationId="{951917E6-E969-4978-A3B0-83233C7F8FC2}"/>
          </ac:spMkLst>
        </pc:spChg>
      </pc:sldChg>
      <pc:sldChg chg="del">
        <pc:chgData name="etsii subdireccion.oa" userId="S::etsii.subdireccion.oa@urjc.es::172d4a83-4cd0-47f1-a2b7-8e2e04debd23" providerId="AD" clId="Web-{73B14FB2-8E96-B43D-8335-AE3310FD539B}" dt="2025-01-17T14:52:04.932" v="835"/>
        <pc:sldMkLst>
          <pc:docMk/>
          <pc:sldMk cId="3609348562" sldId="617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05.386" v="836"/>
        <pc:sldMkLst>
          <pc:docMk/>
          <pc:sldMk cId="3708108655" sldId="618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4.214" v="844"/>
        <pc:sldMkLst>
          <pc:docMk/>
          <pc:sldMk cId="3836103082" sldId="619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5.276" v="845"/>
        <pc:sldMkLst>
          <pc:docMk/>
          <pc:sldMk cId="734791761" sldId="620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5.495" v="846"/>
        <pc:sldMkLst>
          <pc:docMk/>
          <pc:sldMk cId="3713497915" sldId="621"/>
        </pc:sldMkLst>
      </pc:sldChg>
      <pc:sldChg chg="del">
        <pc:chgData name="etsii subdireccion.oa" userId="S::etsii.subdireccion.oa@urjc.es::172d4a83-4cd0-47f1-a2b7-8e2e04debd23" providerId="AD" clId="Web-{73B14FB2-8E96-B43D-8335-AE3310FD539B}" dt="2025-01-17T14:52:15.792" v="847"/>
        <pc:sldMkLst>
          <pc:docMk/>
          <pc:sldMk cId="3892655238" sldId="622"/>
        </pc:sldMkLst>
      </pc:sldChg>
      <pc:sldChg chg="modSp add del replId">
        <pc:chgData name="etsii subdireccion.oa" userId="S::etsii.subdireccion.oa@urjc.es::172d4a83-4cd0-47f1-a2b7-8e2e04debd23" providerId="AD" clId="Web-{73B14FB2-8E96-B43D-8335-AE3310FD539B}" dt="2025-01-17T15:44:38.313" v="1548"/>
        <pc:sldMkLst>
          <pc:docMk/>
          <pc:sldMk cId="2793507220" sldId="623"/>
        </pc:sldMkLst>
        <pc:spChg chg="mod">
          <ac:chgData name="etsii subdireccion.oa" userId="S::etsii.subdireccion.oa@urjc.es::172d4a83-4cd0-47f1-a2b7-8e2e04debd23" providerId="AD" clId="Web-{73B14FB2-8E96-B43D-8335-AE3310FD539B}" dt="2025-01-17T14:49:54.507" v="829" actId="20577"/>
          <ac:spMkLst>
            <pc:docMk/>
            <pc:sldMk cId="2793507220" sldId="623"/>
            <ac:spMk id="6147" creationId="{00000000-0000-0000-0000-000000000000}"/>
          </ac:spMkLst>
        </pc:spChg>
      </pc:sldChg>
      <pc:sldChg chg="modSp add del replId">
        <pc:chgData name="etsii subdireccion.oa" userId="S::etsii.subdireccion.oa@urjc.es::172d4a83-4cd0-47f1-a2b7-8e2e04debd23" providerId="AD" clId="Web-{73B14FB2-8E96-B43D-8335-AE3310FD539B}" dt="2025-01-17T15:44:20.985" v="1547"/>
        <pc:sldMkLst>
          <pc:docMk/>
          <pc:sldMk cId="3442567207" sldId="624"/>
        </pc:sldMkLst>
        <pc:spChg chg="mod">
          <ac:chgData name="etsii subdireccion.oa" userId="S::etsii.subdireccion.oa@urjc.es::172d4a83-4cd0-47f1-a2b7-8e2e04debd23" providerId="AD" clId="Web-{73B14FB2-8E96-B43D-8335-AE3310FD539B}" dt="2025-01-17T15:06:02.672" v="1219" actId="20577"/>
          <ac:spMkLst>
            <pc:docMk/>
            <pc:sldMk cId="3442567207" sldId="624"/>
            <ac:spMk id="6146" creationId="{00000000-0000-0000-0000-000000000000}"/>
          </ac:spMkLst>
        </pc:spChg>
        <pc:spChg chg="mod">
          <ac:chgData name="etsii subdireccion.oa" userId="S::etsii.subdireccion.oa@urjc.es::172d4a83-4cd0-47f1-a2b7-8e2e04debd23" providerId="AD" clId="Web-{73B14FB2-8E96-B43D-8335-AE3310FD539B}" dt="2025-01-17T15:07:51.487" v="1406" actId="20577"/>
          <ac:spMkLst>
            <pc:docMk/>
            <pc:sldMk cId="3442567207" sldId="624"/>
            <ac:spMk id="6147" creationId="{00000000-0000-0000-0000-000000000000}"/>
          </ac:spMkLst>
        </pc:spChg>
      </pc:sldChg>
      <pc:sldChg chg="modSp add replId">
        <pc:chgData name="etsii subdireccion.oa" userId="S::etsii.subdireccion.oa@urjc.es::172d4a83-4cd0-47f1-a2b7-8e2e04debd23" providerId="AD" clId="Web-{73B14FB2-8E96-B43D-8335-AE3310FD539B}" dt="2025-01-17T15:46:04.785" v="1765" actId="20577"/>
        <pc:sldMkLst>
          <pc:docMk/>
          <pc:sldMk cId="1909753512" sldId="625"/>
        </pc:sldMkLst>
        <pc:spChg chg="mod">
          <ac:chgData name="etsii subdireccion.oa" userId="S::etsii.subdireccion.oa@urjc.es::172d4a83-4cd0-47f1-a2b7-8e2e04debd23" providerId="AD" clId="Web-{73B14FB2-8E96-B43D-8335-AE3310FD539B}" dt="2025-01-17T15:46:04.785" v="1765" actId="20577"/>
          <ac:spMkLst>
            <pc:docMk/>
            <pc:sldMk cId="1909753512" sldId="625"/>
            <ac:spMk id="6147" creationId="{00000000-0000-0000-0000-000000000000}"/>
          </ac:spMkLst>
        </pc:spChg>
      </pc:sldChg>
      <pc:sldChg chg="modSp add replId">
        <pc:chgData name="etsii subdireccion.oa" userId="S::etsii.subdireccion.oa@urjc.es::172d4a83-4cd0-47f1-a2b7-8e2e04debd23" providerId="AD" clId="Web-{73B14FB2-8E96-B43D-8335-AE3310FD539B}" dt="2025-01-17T15:56:48.382" v="2171" actId="20577"/>
        <pc:sldMkLst>
          <pc:docMk/>
          <pc:sldMk cId="4140674020" sldId="626"/>
        </pc:sldMkLst>
        <pc:spChg chg="mod">
          <ac:chgData name="etsii subdireccion.oa" userId="S::etsii.subdireccion.oa@urjc.es::172d4a83-4cd0-47f1-a2b7-8e2e04debd23" providerId="AD" clId="Web-{73B14FB2-8E96-B43D-8335-AE3310FD539B}" dt="2025-01-17T15:56:48.382" v="2171" actId="20577"/>
          <ac:spMkLst>
            <pc:docMk/>
            <pc:sldMk cId="4140674020" sldId="626"/>
            <ac:spMk id="6147" creationId="{00000000-0000-0000-0000-000000000000}"/>
          </ac:spMkLst>
        </pc:spChg>
      </pc:sldChg>
      <pc:sldChg chg="addSp delSp modSp add replId">
        <pc:chgData name="etsii subdireccion.oa" userId="S::etsii.subdireccion.oa@urjc.es::172d4a83-4cd0-47f1-a2b7-8e2e04debd23" providerId="AD" clId="Web-{73B14FB2-8E96-B43D-8335-AE3310FD539B}" dt="2025-01-17T15:51:17.169" v="1917" actId="20577"/>
        <pc:sldMkLst>
          <pc:docMk/>
          <pc:sldMk cId="3975072573" sldId="627"/>
        </pc:sldMkLst>
        <pc:spChg chg="add mod">
          <ac:chgData name="etsii subdireccion.oa" userId="S::etsii.subdireccion.oa@urjc.es::172d4a83-4cd0-47f1-a2b7-8e2e04debd23" providerId="AD" clId="Web-{73B14FB2-8E96-B43D-8335-AE3310FD539B}" dt="2025-01-17T15:51:17.169" v="1917" actId="20577"/>
          <ac:spMkLst>
            <pc:docMk/>
            <pc:sldMk cId="3975072573" sldId="627"/>
            <ac:spMk id="4" creationId="{0DB0BAD3-ABA5-ED80-FCDA-932FA78213D9}"/>
          </ac:spMkLst>
        </pc:spChg>
        <pc:spChg chg="mod">
          <ac:chgData name="etsii subdireccion.oa" userId="S::etsii.subdireccion.oa@urjc.es::172d4a83-4cd0-47f1-a2b7-8e2e04debd23" providerId="AD" clId="Web-{73B14FB2-8E96-B43D-8335-AE3310FD539B}" dt="2025-01-17T15:08:51.333" v="1436" actId="20577"/>
          <ac:spMkLst>
            <pc:docMk/>
            <pc:sldMk cId="3975072573" sldId="627"/>
            <ac:spMk id="6146" creationId="{00000000-0000-0000-0000-000000000000}"/>
          </ac:spMkLst>
        </pc:spChg>
        <pc:spChg chg="del">
          <ac:chgData name="etsii subdireccion.oa" userId="S::etsii.subdireccion.oa@urjc.es::172d4a83-4cd0-47f1-a2b7-8e2e04debd23" providerId="AD" clId="Web-{73B14FB2-8E96-B43D-8335-AE3310FD539B}" dt="2025-01-17T15:12:04.619" v="1529"/>
          <ac:spMkLst>
            <pc:docMk/>
            <pc:sldMk cId="3975072573" sldId="627"/>
            <ac:spMk id="6147" creationId="{00000000-0000-0000-0000-000000000000}"/>
          </ac:spMkLst>
        </pc:spChg>
      </pc:sldChg>
      <pc:sldChg chg="addSp delSp modSp add replId">
        <pc:chgData name="etsii subdireccion.oa" userId="S::etsii.subdireccion.oa@urjc.es::172d4a83-4cd0-47f1-a2b7-8e2e04debd23" providerId="AD" clId="Web-{73B14FB2-8E96-B43D-8335-AE3310FD539B}" dt="2025-01-17T15:53:36.517" v="2083" actId="14100"/>
        <pc:sldMkLst>
          <pc:docMk/>
          <pc:sldMk cId="3767299259" sldId="628"/>
        </pc:sldMkLst>
        <pc:spChg chg="add mod">
          <ac:chgData name="etsii subdireccion.oa" userId="S::etsii.subdireccion.oa@urjc.es::172d4a83-4cd0-47f1-a2b7-8e2e04debd23" providerId="AD" clId="Web-{73B14FB2-8E96-B43D-8335-AE3310FD539B}" dt="2025-01-17T15:53:36.517" v="2083" actId="14100"/>
          <ac:spMkLst>
            <pc:docMk/>
            <pc:sldMk cId="3767299259" sldId="628"/>
            <ac:spMk id="4" creationId="{885E2776-9BBE-3AE1-9F8B-4021B3A83F9E}"/>
          </ac:spMkLst>
        </pc:spChg>
        <pc:spChg chg="mod">
          <ac:chgData name="etsii subdireccion.oa" userId="S::etsii.subdireccion.oa@urjc.es::172d4a83-4cd0-47f1-a2b7-8e2e04debd23" providerId="AD" clId="Web-{73B14FB2-8E96-B43D-8335-AE3310FD539B}" dt="2025-01-17T15:09:14.911" v="1465" actId="20577"/>
          <ac:spMkLst>
            <pc:docMk/>
            <pc:sldMk cId="3767299259" sldId="628"/>
            <ac:spMk id="6146" creationId="{00000000-0000-0000-0000-000000000000}"/>
          </ac:spMkLst>
        </pc:spChg>
        <pc:spChg chg="del">
          <ac:chgData name="etsii subdireccion.oa" userId="S::etsii.subdireccion.oa@urjc.es::172d4a83-4cd0-47f1-a2b7-8e2e04debd23" providerId="AD" clId="Web-{73B14FB2-8E96-B43D-8335-AE3310FD539B}" dt="2025-01-17T15:09:21.099" v="1466"/>
          <ac:spMkLst>
            <pc:docMk/>
            <pc:sldMk cId="3767299259" sldId="628"/>
            <ac:spMk id="6147" creationId="{00000000-0000-0000-0000-000000000000}"/>
          </ac:spMkLst>
        </pc:spChg>
      </pc:sldChg>
    </pc:docChg>
  </pc:docChgLst>
  <pc:docChgLst>
    <pc:chgData name="María Jesús Algar Díaz" userId="S::mariajesus.algar@urjc.es::dc2b64b8-f97f-4641-883e-c9a3add0d754" providerId="AD" clId="Web-{CEE7F006-951B-C8D9-186C-4ACD8C7AA899}"/>
    <pc:docChg chg="addSld modSld">
      <pc:chgData name="María Jesús Algar Díaz" userId="S::mariajesus.algar@urjc.es::dc2b64b8-f97f-4641-883e-c9a3add0d754" providerId="AD" clId="Web-{CEE7F006-951B-C8D9-186C-4ACD8C7AA899}" dt="2024-02-19T06:45:33.093" v="22" actId="20577"/>
      <pc:docMkLst>
        <pc:docMk/>
      </pc:docMkLst>
      <pc:sldChg chg="modSp add replId">
        <pc:chgData name="María Jesús Algar Díaz" userId="S::mariajesus.algar@urjc.es::dc2b64b8-f97f-4641-883e-c9a3add0d754" providerId="AD" clId="Web-{CEE7F006-951B-C8D9-186C-4ACD8C7AA899}" dt="2024-02-19T06:45:33.093" v="22" actId="20577"/>
        <pc:sldMkLst>
          <pc:docMk/>
          <pc:sldMk cId="3908869793" sldId="616"/>
        </pc:sldMkLst>
        <pc:spChg chg="mod">
          <ac:chgData name="María Jesús Algar Díaz" userId="S::mariajesus.algar@urjc.es::dc2b64b8-f97f-4641-883e-c9a3add0d754" providerId="AD" clId="Web-{CEE7F006-951B-C8D9-186C-4ACD8C7AA899}" dt="2024-02-19T06:36:51.620" v="2" actId="20577"/>
          <ac:spMkLst>
            <pc:docMk/>
            <pc:sldMk cId="3908869793" sldId="616"/>
            <ac:spMk id="2" creationId="{EDC3CEC0-7442-45A1-BBF7-FE42E7924A89}"/>
          </ac:spMkLst>
        </pc:spChg>
        <pc:spChg chg="mod">
          <ac:chgData name="María Jesús Algar Díaz" userId="S::mariajesus.algar@urjc.es::dc2b64b8-f97f-4641-883e-c9a3add0d754" providerId="AD" clId="Web-{CEE7F006-951B-C8D9-186C-4ACD8C7AA899}" dt="2024-02-19T06:45:33.093" v="22" actId="20577"/>
          <ac:spMkLst>
            <pc:docMk/>
            <pc:sldMk cId="3908869793" sldId="616"/>
            <ac:spMk id="3" creationId="{951917E6-E969-4978-A3B0-83233C7F8FC2}"/>
          </ac:spMkLst>
        </pc:spChg>
      </pc:sldChg>
    </pc:docChg>
  </pc:docChgLst>
  <pc:docChgLst>
    <pc:chgData name="Dolores Cuadra Fernández" userId="S::dolores.cuadra@urjc.es::3973a3dd-a11e-44c1-9158-1b4a8d8c39da" providerId="AD" clId="Web-{32B44F42-CDAB-4292-A64C-E69E24BE3480}"/>
    <pc:docChg chg="modSld">
      <pc:chgData name="Dolores Cuadra Fernández" userId="S::dolores.cuadra@urjc.es::3973a3dd-a11e-44c1-9158-1b4a8d8c39da" providerId="AD" clId="Web-{32B44F42-CDAB-4292-A64C-E69E24BE3480}" dt="2021-03-03T13:08:15.364" v="9" actId="20577"/>
      <pc:docMkLst>
        <pc:docMk/>
      </pc:docMkLst>
      <pc:sldChg chg="modSp">
        <pc:chgData name="Dolores Cuadra Fernández" userId="S::dolores.cuadra@urjc.es::3973a3dd-a11e-44c1-9158-1b4a8d8c39da" providerId="AD" clId="Web-{32B44F42-CDAB-4292-A64C-E69E24BE3480}" dt="2021-03-03T13:06:59.863" v="3" actId="20577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32B44F42-CDAB-4292-A64C-E69E24BE3480}" dt="2021-03-03T13:06:59.863" v="3" actId="20577"/>
          <ac:spMkLst>
            <pc:docMk/>
            <pc:sldMk cId="993144657" sldId="495"/>
            <ac:spMk id="18" creationId="{E002362C-B421-4EF0-AA51-8B065780455A}"/>
          </ac:spMkLst>
        </pc:spChg>
      </pc:sldChg>
      <pc:sldChg chg="modSp">
        <pc:chgData name="Dolores Cuadra Fernández" userId="S::dolores.cuadra@urjc.es::3973a3dd-a11e-44c1-9158-1b4a8d8c39da" providerId="AD" clId="Web-{32B44F42-CDAB-4292-A64C-E69E24BE3480}" dt="2021-03-03T13:08:15.364" v="9" actId="20577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32B44F42-CDAB-4292-A64C-E69E24BE3480}" dt="2021-03-03T13:08:15.364" v="9" actId="20577"/>
          <ac:spMkLst>
            <pc:docMk/>
            <pc:sldMk cId="473911143" sldId="526"/>
            <ac:spMk id="15" creationId="{606A9D69-A855-4CAC-8656-7214B37B71DD}"/>
          </ac:spMkLst>
        </pc:spChg>
      </pc:sldChg>
      <pc:sldChg chg="modSp">
        <pc:chgData name="Dolores Cuadra Fernández" userId="S::dolores.cuadra@urjc.es::3973a3dd-a11e-44c1-9158-1b4a8d8c39da" providerId="AD" clId="Web-{32B44F42-CDAB-4292-A64C-E69E24BE3480}" dt="2021-03-03T13:07:54.583" v="8" actId="20577"/>
        <pc:sldMkLst>
          <pc:docMk/>
          <pc:sldMk cId="801120230" sldId="528"/>
        </pc:sldMkLst>
        <pc:spChg chg="mod">
          <ac:chgData name="Dolores Cuadra Fernández" userId="S::dolores.cuadra@urjc.es::3973a3dd-a11e-44c1-9158-1b4a8d8c39da" providerId="AD" clId="Web-{32B44F42-CDAB-4292-A64C-E69E24BE3480}" dt="2021-03-03T13:07:54.583" v="8" actId="20577"/>
          <ac:spMkLst>
            <pc:docMk/>
            <pc:sldMk cId="801120230" sldId="528"/>
            <ac:spMk id="18" creationId="{E002362C-B421-4EF0-AA51-8B065780455A}"/>
          </ac:spMkLst>
        </pc:spChg>
      </pc:sldChg>
    </pc:docChg>
  </pc:docChgLst>
  <pc:docChgLst>
    <pc:chgData name="Carlos Garre Del Olmo" userId="S::carlos.garre@urjc.es::2310cf0c-92a9-4f5c-b490-83d43b119688" providerId="AD" clId="Web-{C2077E04-4A3F-4A8D-A89F-C40324FB7ABF}"/>
    <pc:docChg chg="addSld modSld">
      <pc:chgData name="Carlos Garre Del Olmo" userId="S::carlos.garre@urjc.es::2310cf0c-92a9-4f5c-b490-83d43b119688" providerId="AD" clId="Web-{C2077E04-4A3F-4A8D-A89F-C40324FB7ABF}" dt="2021-03-03T19:43:05.134" v="667" actId="20577"/>
      <pc:docMkLst>
        <pc:docMk/>
      </pc:docMkLst>
      <pc:sldChg chg="modSp modNotes">
        <pc:chgData name="Carlos Garre Del Olmo" userId="S::carlos.garre@urjc.es::2310cf0c-92a9-4f5c-b490-83d43b119688" providerId="AD" clId="Web-{C2077E04-4A3F-4A8D-A89F-C40324FB7ABF}" dt="2021-03-03T19:29:50.544" v="474" actId="20577"/>
        <pc:sldMkLst>
          <pc:docMk/>
          <pc:sldMk cId="0" sldId="478"/>
        </pc:sldMkLst>
        <pc:spChg chg="mod">
          <ac:chgData name="Carlos Garre Del Olmo" userId="S::carlos.garre@urjc.es::2310cf0c-92a9-4f5c-b490-83d43b119688" providerId="AD" clId="Web-{C2077E04-4A3F-4A8D-A89F-C40324FB7ABF}" dt="2021-03-03T19:24:01.494" v="15" actId="20577"/>
          <ac:spMkLst>
            <pc:docMk/>
            <pc:sldMk cId="0" sldId="478"/>
            <ac:spMk id="4" creationId="{00000000-0000-0000-0000-000000000000}"/>
          </ac:spMkLst>
        </pc:spChg>
        <pc:spChg chg="mod">
          <ac:chgData name="Carlos Garre Del Olmo" userId="S::carlos.garre@urjc.es::2310cf0c-92a9-4f5c-b490-83d43b119688" providerId="AD" clId="Web-{C2077E04-4A3F-4A8D-A89F-C40324FB7ABF}" dt="2021-03-03T19:29:50.544" v="474" actId="20577"/>
          <ac:spMkLst>
            <pc:docMk/>
            <pc:sldMk cId="0" sldId="478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C2077E04-4A3F-4A8D-A89F-C40324FB7ABF}" dt="2021-03-03T19:42:12.006" v="666" actId="20577"/>
        <pc:sldMkLst>
          <pc:docMk/>
          <pc:sldMk cId="2631225321" sldId="534"/>
        </pc:sldMkLst>
        <pc:spChg chg="mod">
          <ac:chgData name="Carlos Garre Del Olmo" userId="S::carlos.garre@urjc.es::2310cf0c-92a9-4f5c-b490-83d43b119688" providerId="AD" clId="Web-{C2077E04-4A3F-4A8D-A89F-C40324FB7ABF}" dt="2021-03-03T19:38:09.384" v="597" actId="20577"/>
          <ac:spMkLst>
            <pc:docMk/>
            <pc:sldMk cId="2631225321" sldId="534"/>
            <ac:spMk id="4" creationId="{00000000-0000-0000-0000-000000000000}"/>
          </ac:spMkLst>
        </pc:spChg>
        <pc:spChg chg="mod">
          <ac:chgData name="Carlos Garre Del Olmo" userId="S::carlos.garre@urjc.es::2310cf0c-92a9-4f5c-b490-83d43b119688" providerId="AD" clId="Web-{C2077E04-4A3F-4A8D-A89F-C40324FB7ABF}" dt="2021-03-03T19:42:12.006" v="666" actId="20577"/>
          <ac:spMkLst>
            <pc:docMk/>
            <pc:sldMk cId="2631225321" sldId="534"/>
            <ac:spMk id="17" creationId="{00000000-0000-0000-0000-000000000000}"/>
          </ac:spMkLst>
        </pc:spChg>
      </pc:sldChg>
      <pc:sldChg chg="modSp add replId">
        <pc:chgData name="Carlos Garre Del Olmo" userId="S::carlos.garre@urjc.es::2310cf0c-92a9-4f5c-b490-83d43b119688" providerId="AD" clId="Web-{C2077E04-4A3F-4A8D-A89F-C40324FB7ABF}" dt="2021-03-03T19:43:05.134" v="667" actId="20577"/>
        <pc:sldMkLst>
          <pc:docMk/>
          <pc:sldMk cId="184984966" sldId="535"/>
        </pc:sldMkLst>
        <pc:spChg chg="mod">
          <ac:chgData name="Carlos Garre Del Olmo" userId="S::carlos.garre@urjc.es::2310cf0c-92a9-4f5c-b490-83d43b119688" providerId="AD" clId="Web-{C2077E04-4A3F-4A8D-A89F-C40324FB7ABF}" dt="2021-03-03T19:43:05.134" v="667" actId="20577"/>
          <ac:spMkLst>
            <pc:docMk/>
            <pc:sldMk cId="184984966" sldId="535"/>
            <ac:spMk id="1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A2E26758-9107-4BA3-869D-814D6D9BD979}"/>
    <pc:docChg chg="addSld delSld modSld sldOrd">
      <pc:chgData name="Dolores Cuadra Fernández" userId="S::dolores.cuadra@urjc.es::3973a3dd-a11e-44c1-9158-1b4a8d8c39da" providerId="AD" clId="Web-{A2E26758-9107-4BA3-869D-814D6D9BD979}" dt="2021-03-01T20:07:21.592" v="551" actId="20577"/>
      <pc:docMkLst>
        <pc:docMk/>
      </pc:docMkLst>
      <pc:sldChg chg="addSp delSp modSp">
        <pc:chgData name="Dolores Cuadra Fernández" userId="S::dolores.cuadra@urjc.es::3973a3dd-a11e-44c1-9158-1b4a8d8c39da" providerId="AD" clId="Web-{A2E26758-9107-4BA3-869D-814D6D9BD979}" dt="2021-03-01T19:47:35.833" v="275" actId="20577"/>
        <pc:sldMkLst>
          <pc:docMk/>
          <pc:sldMk cId="0" sldId="431"/>
        </pc:sldMkLst>
        <pc:spChg chg="del">
          <ac:chgData name="Dolores Cuadra Fernández" userId="S::dolores.cuadra@urjc.es::3973a3dd-a11e-44c1-9158-1b4a8d8c39da" providerId="AD" clId="Web-{A2E26758-9107-4BA3-869D-814D6D9BD979}" dt="2021-03-01T19:15:27.261" v="3"/>
          <ac:spMkLst>
            <pc:docMk/>
            <pc:sldMk cId="0" sldId="431"/>
            <ac:spMk id="3" creationId="{A72CF0B6-AFCD-44A1-A15B-883E3471DE60}"/>
          </ac:spMkLst>
        </pc:spChg>
        <pc:spChg chg="del">
          <ac:chgData name="Dolores Cuadra Fernández" userId="S::dolores.cuadra@urjc.es::3973a3dd-a11e-44c1-9158-1b4a8d8c39da" providerId="AD" clId="Web-{A2E26758-9107-4BA3-869D-814D6D9BD979}" dt="2021-03-01T19:15:27.261" v="2"/>
          <ac:spMkLst>
            <pc:docMk/>
            <pc:sldMk cId="0" sldId="431"/>
            <ac:spMk id="6" creationId="{91A36B84-B81E-489D-974A-16DC60BF316F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19:18:42.749" v="35" actId="14100"/>
          <ac:spMkLst>
            <pc:docMk/>
            <pc:sldMk cId="0" sldId="431"/>
            <ac:spMk id="7" creationId="{CB8B095D-3781-4D82-A779-2DAD25C8AEA0}"/>
          </ac:spMkLst>
        </pc:spChg>
        <pc:spChg chg="del">
          <ac:chgData name="Dolores Cuadra Fernández" userId="S::dolores.cuadra@urjc.es::3973a3dd-a11e-44c1-9158-1b4a8d8c39da" providerId="AD" clId="Web-{A2E26758-9107-4BA3-869D-814D6D9BD979}" dt="2021-03-01T19:15:27.245" v="1"/>
          <ac:spMkLst>
            <pc:docMk/>
            <pc:sldMk cId="0" sldId="431"/>
            <ac:spMk id="8" creationId="{E3FD54F5-CD95-4E6B-B65A-ED6B22928587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19:47:35.833" v="275" actId="20577"/>
          <ac:spMkLst>
            <pc:docMk/>
            <pc:sldMk cId="0" sldId="431"/>
            <ac:spMk id="10" creationId="{9461DB74-658D-435A-93C4-B49C095291EA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18:07.077" v="21" actId="1076"/>
          <ac:spMkLst>
            <pc:docMk/>
            <pc:sldMk cId="0" sldId="431"/>
            <ac:spMk id="23" creationId="{00000000-0000-0000-0000-000000000000}"/>
          </ac:spMkLst>
        </pc:spChg>
        <pc:picChg chg="del">
          <ac:chgData name="Dolores Cuadra Fernández" userId="S::dolores.cuadra@urjc.es::3973a3dd-a11e-44c1-9158-1b4a8d8c39da" providerId="AD" clId="Web-{A2E26758-9107-4BA3-869D-814D6D9BD979}" dt="2021-03-01T19:15:23.776" v="0"/>
          <ac:picMkLst>
            <pc:docMk/>
            <pc:sldMk cId="0" sldId="431"/>
            <ac:picMk id="4" creationId="{5491D80F-A99A-4DC7-82E0-C0AA6E5C8393}"/>
          </ac:picMkLst>
        </pc:picChg>
        <pc:picChg chg="add mod">
          <ac:chgData name="Dolores Cuadra Fernández" userId="S::dolores.cuadra@urjc.es::3973a3dd-a11e-44c1-9158-1b4a8d8c39da" providerId="AD" clId="Web-{A2E26758-9107-4BA3-869D-814D6D9BD979}" dt="2021-03-01T19:34:10.597" v="181" actId="14100"/>
          <ac:picMkLst>
            <pc:docMk/>
            <pc:sldMk cId="0" sldId="431"/>
            <ac:picMk id="5" creationId="{AE2E7499-6A46-47A1-BD81-A1E85513B2B2}"/>
          </ac:picMkLst>
        </pc:picChg>
      </pc:sldChg>
      <pc:sldChg chg="delSp modSp del">
        <pc:chgData name="Dolores Cuadra Fernández" userId="S::dolores.cuadra@urjc.es::3973a3dd-a11e-44c1-9158-1b4a8d8c39da" providerId="AD" clId="Web-{A2E26758-9107-4BA3-869D-814D6D9BD979}" dt="2021-03-01T19:33:29.315" v="171"/>
        <pc:sldMkLst>
          <pc:docMk/>
          <pc:sldMk cId="4050408399" sldId="491"/>
        </pc:sldMkLst>
        <pc:spChg chg="mod">
          <ac:chgData name="Dolores Cuadra Fernández" userId="S::dolores.cuadra@urjc.es::3973a3dd-a11e-44c1-9158-1b4a8d8c39da" providerId="AD" clId="Web-{A2E26758-9107-4BA3-869D-814D6D9BD979}" dt="2021-03-01T19:29:28.122" v="100" actId="1076"/>
          <ac:spMkLst>
            <pc:docMk/>
            <pc:sldMk cId="4050408399" sldId="491"/>
            <ac:spMk id="5" creationId="{5FEA0655-5C18-4480-9204-32926304ABCB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29:26.153" v="99" actId="1076"/>
          <ac:spMkLst>
            <pc:docMk/>
            <pc:sldMk cId="4050408399" sldId="491"/>
            <ac:spMk id="23" creationId="{00000000-0000-0000-0000-000000000000}"/>
          </ac:spMkLst>
        </pc:spChg>
        <pc:picChg chg="del">
          <ac:chgData name="Dolores Cuadra Fernández" userId="S::dolores.cuadra@urjc.es::3973a3dd-a11e-44c1-9158-1b4a8d8c39da" providerId="AD" clId="Web-{A2E26758-9107-4BA3-869D-814D6D9BD979}" dt="2021-03-01T19:29:33.028" v="105"/>
          <ac:picMkLst>
            <pc:docMk/>
            <pc:sldMk cId="4050408399" sldId="491"/>
            <ac:picMk id="7" creationId="{1C033C9A-8C37-472E-869A-7303BF18D395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29:33.028" v="104"/>
          <ac:picMkLst>
            <pc:docMk/>
            <pc:sldMk cId="4050408399" sldId="491"/>
            <ac:picMk id="10" creationId="{953B8261-30FD-4B43-8ED1-BE0D719A0DCB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29:33.028" v="103"/>
          <ac:picMkLst>
            <pc:docMk/>
            <pc:sldMk cId="4050408399" sldId="491"/>
            <ac:picMk id="12" creationId="{F1F24D40-6079-42B7-8923-AA25A7FA4204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29:33.028" v="102"/>
          <ac:picMkLst>
            <pc:docMk/>
            <pc:sldMk cId="4050408399" sldId="491"/>
            <ac:picMk id="14" creationId="{A2778D22-17EA-4BEA-89E5-3DBCA424FDD0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29:33.028" v="101"/>
          <ac:picMkLst>
            <pc:docMk/>
            <pc:sldMk cId="4050408399" sldId="491"/>
            <ac:picMk id="16" creationId="{1C1A37E1-2FF4-43BB-800A-7A78C5A7CC32}"/>
          </ac:picMkLst>
        </pc:picChg>
      </pc:sldChg>
      <pc:sldChg chg="addSp delSp modSp ord">
        <pc:chgData name="Dolores Cuadra Fernández" userId="S::dolores.cuadra@urjc.es::3973a3dd-a11e-44c1-9158-1b4a8d8c39da" providerId="AD" clId="Web-{A2E26758-9107-4BA3-869D-814D6D9BD979}" dt="2021-03-01T20:07:21.592" v="551" actId="20577"/>
        <pc:sldMkLst>
          <pc:docMk/>
          <pc:sldMk cId="993144657" sldId="495"/>
        </pc:sldMkLst>
        <pc:spChg chg="add mod">
          <ac:chgData name="Dolores Cuadra Fernández" userId="S::dolores.cuadra@urjc.es::3973a3dd-a11e-44c1-9158-1b4a8d8c39da" providerId="AD" clId="Web-{A2E26758-9107-4BA3-869D-814D6D9BD979}" dt="2021-03-01T20:07:21.592" v="551" actId="20577"/>
          <ac:spMkLst>
            <pc:docMk/>
            <pc:sldMk cId="993144657" sldId="495"/>
            <ac:spMk id="4" creationId="{16978F53-D373-424F-A3D0-F322B7719B67}"/>
          </ac:spMkLst>
        </pc:spChg>
        <pc:spChg chg="add del mod">
          <ac:chgData name="Dolores Cuadra Fernández" userId="S::dolores.cuadra@urjc.es::3973a3dd-a11e-44c1-9158-1b4a8d8c39da" providerId="AD" clId="Web-{A2E26758-9107-4BA3-869D-814D6D9BD979}" dt="2021-03-01T19:43:15.264" v="256"/>
          <ac:spMkLst>
            <pc:docMk/>
            <pc:sldMk cId="993144657" sldId="495"/>
            <ac:spMk id="9" creationId="{FA763906-F9D7-4DEE-B55E-60D001E0C19C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20:01:59.632" v="508" actId="14100"/>
          <ac:spMkLst>
            <pc:docMk/>
            <pc:sldMk cId="993144657" sldId="495"/>
            <ac:spMk id="14" creationId="{58D7C744-B84A-46A0-8385-4AE854507011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20:06:01.981" v="518" actId="1076"/>
          <ac:spMkLst>
            <pc:docMk/>
            <pc:sldMk cId="993144657" sldId="495"/>
            <ac:spMk id="15" creationId="{606A9D69-A855-4CAC-8656-7214B37B71DD}"/>
          </ac:spMkLst>
        </pc:spChg>
        <pc:spChg chg="add del mod">
          <ac:chgData name="Dolores Cuadra Fernández" userId="S::dolores.cuadra@urjc.es::3973a3dd-a11e-44c1-9158-1b4a8d8c39da" providerId="AD" clId="Web-{A2E26758-9107-4BA3-869D-814D6D9BD979}" dt="2021-03-01T19:52:14.260" v="337"/>
          <ac:spMkLst>
            <pc:docMk/>
            <pc:sldMk cId="993144657" sldId="495"/>
            <ac:spMk id="16" creationId="{0B47A17C-B8C9-435D-BB23-02E3EA3B5C18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20:07:17.108" v="550" actId="1076"/>
          <ac:spMkLst>
            <pc:docMk/>
            <pc:sldMk cId="993144657" sldId="495"/>
            <ac:spMk id="18" creationId="{E002362C-B421-4EF0-AA51-8B065780455A}"/>
          </ac:spMkLst>
        </pc:spChg>
        <pc:spChg chg="add del mod">
          <ac:chgData name="Dolores Cuadra Fernández" userId="S::dolores.cuadra@urjc.es::3973a3dd-a11e-44c1-9158-1b4a8d8c39da" providerId="AD" clId="Web-{A2E26758-9107-4BA3-869D-814D6D9BD979}" dt="2021-03-01T20:06:40.279" v="534"/>
          <ac:spMkLst>
            <pc:docMk/>
            <pc:sldMk cId="993144657" sldId="495"/>
            <ac:spMk id="20" creationId="{F36A164D-13BD-487A-919B-5B19BD61686D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36:14.131" v="221" actId="1076"/>
          <ac:spMkLst>
            <pc:docMk/>
            <pc:sldMk cId="993144657" sldId="495"/>
            <ac:spMk id="23" creationId="{00000000-0000-0000-0000-000000000000}"/>
          </ac:spMkLst>
        </pc:spChg>
        <pc:graphicFrameChg chg="add del mod modGraphic">
          <ac:chgData name="Dolores Cuadra Fernández" userId="S::dolores.cuadra@urjc.es::3973a3dd-a11e-44c1-9158-1b4a8d8c39da" providerId="AD" clId="Web-{A2E26758-9107-4BA3-869D-814D6D9BD979}" dt="2021-03-01T19:40:22.011" v="239"/>
          <ac:graphicFrameMkLst>
            <pc:docMk/>
            <pc:sldMk cId="993144657" sldId="495"/>
            <ac:graphicFrameMk id="8" creationId="{3D13D5A0-30BC-40D4-B0AD-6AF1F80D60B6}"/>
          </ac:graphicFrameMkLst>
        </pc:graphicFrameChg>
        <pc:graphicFrameChg chg="add del mod modGraphic">
          <ac:chgData name="Dolores Cuadra Fernández" userId="S::dolores.cuadra@urjc.es::3973a3dd-a11e-44c1-9158-1b4a8d8c39da" providerId="AD" clId="Web-{A2E26758-9107-4BA3-869D-814D6D9BD979}" dt="2021-03-01T19:45:23.548" v="268"/>
          <ac:graphicFrameMkLst>
            <pc:docMk/>
            <pc:sldMk cId="993144657" sldId="495"/>
            <ac:graphicFrameMk id="11" creationId="{A634A2BD-A843-434B-9217-04889D4715BD}"/>
          </ac:graphicFrameMkLst>
        </pc:graphicFrameChg>
        <pc:graphicFrameChg chg="add del mod modGraphic">
          <ac:chgData name="Dolores Cuadra Fernández" userId="S::dolores.cuadra@urjc.es::3973a3dd-a11e-44c1-9158-1b4a8d8c39da" providerId="AD" clId="Web-{A2E26758-9107-4BA3-869D-814D6D9BD979}" dt="2021-03-01T19:45:13.658" v="265"/>
          <ac:graphicFrameMkLst>
            <pc:docMk/>
            <pc:sldMk cId="993144657" sldId="495"/>
            <ac:graphicFrameMk id="13" creationId="{93869A55-9040-4F9B-A8EA-E584C134FAE3}"/>
          </ac:graphicFrameMkLst>
        </pc:graphicFrameChg>
        <pc:graphicFrameChg chg="add del mod">
          <ac:chgData name="Dolores Cuadra Fernández" userId="S::dolores.cuadra@urjc.es::3973a3dd-a11e-44c1-9158-1b4a8d8c39da" providerId="AD" clId="Web-{A2E26758-9107-4BA3-869D-814D6D9BD979}" dt="2021-03-01T19:52:41.792" v="343"/>
          <ac:graphicFrameMkLst>
            <pc:docMk/>
            <pc:sldMk cId="993144657" sldId="495"/>
            <ac:graphicFrameMk id="19" creationId="{81B49C60-7DBB-44E9-9677-3B394BED7152}"/>
          </ac:graphicFrameMkLst>
        </pc:graphicFrameChg>
        <pc:picChg chg="del">
          <ac:chgData name="Dolores Cuadra Fernández" userId="S::dolores.cuadra@urjc.es::3973a3dd-a11e-44c1-9158-1b4a8d8c39da" providerId="AD" clId="Web-{A2E26758-9107-4BA3-869D-814D6D9BD979}" dt="2021-03-01T19:36:19.896" v="222"/>
          <ac:picMkLst>
            <pc:docMk/>
            <pc:sldMk cId="993144657" sldId="495"/>
            <ac:picMk id="3" creationId="{1A4CB35C-750A-431A-BDBA-121A7F891963}"/>
          </ac:picMkLst>
        </pc:picChg>
        <pc:picChg chg="add del mod">
          <ac:chgData name="Dolores Cuadra Fernández" userId="S::dolores.cuadra@urjc.es::3973a3dd-a11e-44c1-9158-1b4a8d8c39da" providerId="AD" clId="Web-{A2E26758-9107-4BA3-869D-814D6D9BD979}" dt="2021-03-01T19:59:57.895" v="453"/>
          <ac:picMkLst>
            <pc:docMk/>
            <pc:sldMk cId="993144657" sldId="495"/>
            <ac:picMk id="5" creationId="{1F035A04-9B25-4A51-BE41-AC8AB6216111}"/>
          </ac:picMkLst>
        </pc:picChg>
        <pc:picChg chg="del">
          <ac:chgData name="Dolores Cuadra Fernández" userId="S::dolores.cuadra@urjc.es::3973a3dd-a11e-44c1-9158-1b4a8d8c39da" providerId="AD" clId="Web-{A2E26758-9107-4BA3-869D-814D6D9BD979}" dt="2021-03-01T19:36:26.881" v="223"/>
          <ac:picMkLst>
            <pc:docMk/>
            <pc:sldMk cId="993144657" sldId="495"/>
            <ac:picMk id="6" creationId="{31D1749C-3421-4A02-B735-EBAF234A3B6D}"/>
          </ac:picMkLst>
        </pc:picChg>
      </pc:sldChg>
      <pc:sldChg chg="addSp delSp modSp add replId">
        <pc:chgData name="Dolores Cuadra Fernández" userId="S::dolores.cuadra@urjc.es::3973a3dd-a11e-44c1-9158-1b4a8d8c39da" providerId="AD" clId="Web-{A2E26758-9107-4BA3-869D-814D6D9BD979}" dt="2021-03-01T19:33:55.737" v="180" actId="20577"/>
        <pc:sldMkLst>
          <pc:docMk/>
          <pc:sldMk cId="1004937467" sldId="524"/>
        </pc:sldMkLst>
        <pc:spChg chg="mod">
          <ac:chgData name="Dolores Cuadra Fernández" userId="S::dolores.cuadra@urjc.es::3973a3dd-a11e-44c1-9158-1b4a8d8c39da" providerId="AD" clId="Web-{A2E26758-9107-4BA3-869D-814D6D9BD979}" dt="2021-03-01T19:33:55.737" v="180" actId="20577"/>
          <ac:spMkLst>
            <pc:docMk/>
            <pc:sldMk cId="1004937467" sldId="524"/>
            <ac:spMk id="5" creationId="{5FEA0655-5C18-4480-9204-32926304ABCB}"/>
          </ac:spMkLst>
        </pc:spChg>
        <pc:picChg chg="add del mod">
          <ac:chgData name="Dolores Cuadra Fernández" userId="S::dolores.cuadra@urjc.es::3973a3dd-a11e-44c1-9158-1b4a8d8c39da" providerId="AD" clId="Web-{A2E26758-9107-4BA3-869D-814D6D9BD979}" dt="2021-03-01T19:30:49.749" v="121"/>
          <ac:picMkLst>
            <pc:docMk/>
            <pc:sldMk cId="1004937467" sldId="524"/>
            <ac:picMk id="3" creationId="{8F826450-1616-4972-83E3-60A233D1CCE1}"/>
          </ac:picMkLst>
        </pc:picChg>
        <pc:picChg chg="add mod">
          <ac:chgData name="Dolores Cuadra Fernández" userId="S::dolores.cuadra@urjc.es::3973a3dd-a11e-44c1-9158-1b4a8d8c39da" providerId="AD" clId="Web-{A2E26758-9107-4BA3-869D-814D6D9BD979}" dt="2021-03-01T19:31:01.265" v="125" actId="1076"/>
          <ac:picMkLst>
            <pc:docMk/>
            <pc:sldMk cId="1004937467" sldId="524"/>
            <ac:picMk id="4" creationId="{52482A54-4026-41B9-9A2D-029B16BF184B}"/>
          </ac:picMkLst>
        </pc:picChg>
      </pc:sldChg>
      <pc:sldChg chg="addSp modSp add ord replId">
        <pc:chgData name="Dolores Cuadra Fernández" userId="S::dolores.cuadra@urjc.es::3973a3dd-a11e-44c1-9158-1b4a8d8c39da" providerId="AD" clId="Web-{A2E26758-9107-4BA3-869D-814D6D9BD979}" dt="2021-03-01T19:58:36.159" v="447" actId="20577"/>
        <pc:sldMkLst>
          <pc:docMk/>
          <pc:sldMk cId="1046410554" sldId="525"/>
        </pc:sldMkLst>
        <pc:spChg chg="add mod">
          <ac:chgData name="Dolores Cuadra Fernández" userId="S::dolores.cuadra@urjc.es::3973a3dd-a11e-44c1-9158-1b4a8d8c39da" providerId="AD" clId="Web-{A2E26758-9107-4BA3-869D-814D6D9BD979}" dt="2021-03-01T19:57:06.563" v="405" actId="20577"/>
          <ac:spMkLst>
            <pc:docMk/>
            <pc:sldMk cId="1046410554" sldId="525"/>
            <ac:spMk id="9" creationId="{D44D6E9D-73E0-4928-AB40-34B226D17DBF}"/>
          </ac:spMkLst>
        </pc:spChg>
        <pc:spChg chg="add mod">
          <ac:chgData name="Dolores Cuadra Fernández" userId="S::dolores.cuadra@urjc.es::3973a3dd-a11e-44c1-9158-1b4a8d8c39da" providerId="AD" clId="Web-{A2E26758-9107-4BA3-869D-814D6D9BD979}" dt="2021-03-01T19:58:25.471" v="441" actId="20577"/>
          <ac:spMkLst>
            <pc:docMk/>
            <pc:sldMk cId="1046410554" sldId="525"/>
            <ac:spMk id="10" creationId="{2059065E-E85A-4A35-9FD4-E87CDED0F102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58:36.159" v="447" actId="20577"/>
          <ac:spMkLst>
            <pc:docMk/>
            <pc:sldMk cId="1046410554" sldId="525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A2E26758-9107-4BA3-869D-814D6D9BD979}" dt="2021-03-01T19:58:28.034" v="442" actId="20577"/>
          <ac:spMkLst>
            <pc:docMk/>
            <pc:sldMk cId="1046410554" sldId="525"/>
            <ac:spMk id="18" creationId="{E002362C-B421-4EF0-AA51-8B065780455A}"/>
          </ac:spMkLst>
        </pc:spChg>
      </pc:sldChg>
    </pc:docChg>
  </pc:docChgLst>
  <pc:docChgLst>
    <pc:chgData name="Paloma Cáceres García De Marina" userId="S::paloma.caceres@urjc.es::7516f0e2-be62-4205-91e6-1d37ec21b52a" providerId="AD" clId="Web-{DF6ACD45-407C-4B5C-BD37-DA6A8778D863}"/>
    <pc:docChg chg="addSld delSld modSld">
      <pc:chgData name="Paloma Cáceres García De Marina" userId="S::paloma.caceres@urjc.es::7516f0e2-be62-4205-91e6-1d37ec21b52a" providerId="AD" clId="Web-{DF6ACD45-407C-4B5C-BD37-DA6A8778D863}" dt="2020-02-26T17:09:52.452" v="485" actId="20577"/>
      <pc:docMkLst>
        <pc:docMk/>
      </pc:docMkLst>
      <pc:sldChg chg="addSp delSp modSp">
        <pc:chgData name="Paloma Cáceres García De Marina" userId="S::paloma.caceres@urjc.es::7516f0e2-be62-4205-91e6-1d37ec21b52a" providerId="AD" clId="Web-{DF6ACD45-407C-4B5C-BD37-DA6A8778D863}" dt="2020-02-26T17:09:22.436" v="458" actId="20577"/>
        <pc:sldMkLst>
          <pc:docMk/>
          <pc:sldMk cId="3333714996" sldId="498"/>
        </pc:sldMkLst>
        <pc:spChg chg="add del mod">
          <ac:chgData name="Paloma Cáceres García De Marina" userId="S::paloma.caceres@urjc.es::7516f0e2-be62-4205-91e6-1d37ec21b52a" providerId="AD" clId="Web-{DF6ACD45-407C-4B5C-BD37-DA6A8778D863}" dt="2020-02-26T17:09:22.436" v="458" actId="20577"/>
          <ac:spMkLst>
            <pc:docMk/>
            <pc:sldMk cId="3333714996" sldId="498"/>
            <ac:spMk id="2" creationId="{00000000-0000-0000-0000-000000000000}"/>
          </ac:spMkLst>
        </pc:spChg>
        <pc:spChg chg="add del mod">
          <ac:chgData name="Paloma Cáceres García De Marina" userId="S::paloma.caceres@urjc.es::7516f0e2-be62-4205-91e6-1d37ec21b52a" providerId="AD" clId="Web-{DF6ACD45-407C-4B5C-BD37-DA6A8778D863}" dt="2020-02-26T17:08:15.545" v="457"/>
          <ac:spMkLst>
            <pc:docMk/>
            <pc:sldMk cId="3333714996" sldId="498"/>
            <ac:spMk id="4" creationId="{A092E48C-3BC4-4C81-A3F2-C1267B1C4CD2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7:08:14.062" v="456"/>
          <ac:spMkLst>
            <pc:docMk/>
            <pc:sldMk cId="3333714996" sldId="498"/>
            <ac:spMk id="5" creationId="{8621DF46-F281-4104-818A-1E3BFA29E2E6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0:42.148" v="216" actId="20577"/>
          <ac:spMkLst>
            <pc:docMk/>
            <pc:sldMk cId="3333714996" sldId="498"/>
            <ac:spMk id="7" creationId="{00000000-0000-0000-0000-000000000000}"/>
          </ac:spMkLst>
        </pc:spChg>
      </pc:sldChg>
      <pc:sldChg chg="addSp delSp modSp mod setBg">
        <pc:chgData name="Paloma Cáceres García De Marina" userId="S::paloma.caceres@urjc.es::7516f0e2-be62-4205-91e6-1d37ec21b52a" providerId="AD" clId="Web-{DF6ACD45-407C-4B5C-BD37-DA6A8778D863}" dt="2020-02-26T15:32:06.978" v="120" actId="20577"/>
        <pc:sldMkLst>
          <pc:docMk/>
          <pc:sldMk cId="1818141011" sldId="499"/>
        </pc:sldMkLst>
        <pc:spChg chg="mod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5:19:25.538" v="23" actId="1076"/>
          <ac:spMkLst>
            <pc:docMk/>
            <pc:sldMk cId="1818141011" sldId="499"/>
            <ac:spMk id="5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23" creationId="{00000000-0000-0000-0000-000000000000}"/>
          </ac:spMkLst>
        </pc:spChg>
        <pc:spChg chg="add mod">
          <ac:chgData name="Paloma Cáceres García De Marina" userId="S::paloma.caceres@urjc.es::7516f0e2-be62-4205-91e6-1d37ec21b52a" providerId="AD" clId="Web-{DF6ACD45-407C-4B5C-BD37-DA6A8778D863}" dt="2020-02-26T15:32:06.978" v="120" actId="20577"/>
          <ac:spMkLst>
            <pc:docMk/>
            <pc:sldMk cId="1818141011" sldId="499"/>
            <ac:spMk id="25" creationId="{7E218089-75A9-4A8B-A45A-D0B2746379C8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28" creationId="{88263A24-0C1F-4677-B43C-4AE14E276B27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30" creationId="{0ADDB668-2CA4-4D2B-9C34-3487CA330BA8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32" creationId="{2568BC19-F052-4108-93E1-6A3D1DEC072F}"/>
          </ac:spMkLst>
        </pc:spChg>
        <pc:spChg chg="add del">
          <ac:chgData name="Paloma Cáceres García De Marina" userId="S::paloma.caceres@urjc.es::7516f0e2-be62-4205-91e6-1d37ec21b52a" providerId="AD" clId="Web-{DF6ACD45-407C-4B5C-BD37-DA6A8778D863}" dt="2020-02-26T15:17:27.022" v="5"/>
          <ac:spMkLst>
            <pc:docMk/>
            <pc:sldMk cId="1818141011" sldId="499"/>
            <ac:spMk id="34" creationId="{D5FD337D-4D6B-4C8B-B6F5-121097E09881}"/>
          </ac:spMkLst>
        </pc:spChg>
        <pc:graphicFrameChg chg="add del mod modGraphic">
          <ac:chgData name="Paloma Cáceres García De Marina" userId="S::paloma.caceres@urjc.es::7516f0e2-be62-4205-91e6-1d37ec21b52a" providerId="AD" clId="Web-{DF6ACD45-407C-4B5C-BD37-DA6A8778D863}" dt="2020-02-26T15:30:01.290" v="75"/>
          <ac:graphicFrameMkLst>
            <pc:docMk/>
            <pc:sldMk cId="1818141011" sldId="499"/>
            <ac:graphicFrameMk id="24" creationId="{63F75CF3-EC16-49F6-9134-9735D47D7C73}"/>
          </ac:graphicFrameMkLst>
        </pc:graphicFrameChg>
        <pc:picChg chg="add del mod">
          <ac:chgData name="Paloma Cáceres García De Marina" userId="S::paloma.caceres@urjc.es::7516f0e2-be62-4205-91e6-1d37ec21b52a" providerId="AD" clId="Web-{DF6ACD45-407C-4B5C-BD37-DA6A8778D863}" dt="2020-02-26T15:14:42.912" v="2"/>
          <ac:picMkLst>
            <pc:docMk/>
            <pc:sldMk cId="1818141011" sldId="499"/>
            <ac:picMk id="3" creationId="{58C2DEB6-D6F9-4DCA-8918-849DBC756289}"/>
          </ac:picMkLst>
        </pc:picChg>
        <pc:picChg chg="del mod ord">
          <ac:chgData name="Paloma Cáceres García De Marina" userId="S::paloma.caceres@urjc.es::7516f0e2-be62-4205-91e6-1d37ec21b52a" providerId="AD" clId="Web-{DF6ACD45-407C-4B5C-BD37-DA6A8778D863}" dt="2020-02-26T15:22:21.554" v="33"/>
          <ac:picMkLst>
            <pc:docMk/>
            <pc:sldMk cId="1818141011" sldId="499"/>
            <ac:picMk id="6" creationId="{00000000-0000-0000-0000-000000000000}"/>
          </ac:picMkLst>
        </pc:picChg>
        <pc:picChg chg="add del mod ord">
          <ac:chgData name="Paloma Cáceres García De Marina" userId="S::paloma.caceres@urjc.es::7516f0e2-be62-4205-91e6-1d37ec21b52a" providerId="AD" clId="Web-{DF6ACD45-407C-4B5C-BD37-DA6A8778D863}" dt="2020-02-26T15:17:28.131" v="6"/>
          <ac:picMkLst>
            <pc:docMk/>
            <pc:sldMk cId="1818141011" sldId="499"/>
            <ac:picMk id="8" creationId="{CD59EF8C-EDA8-43DA-8F46-EF47FBD66309}"/>
          </ac:picMkLst>
        </pc:picChg>
        <pc:picChg chg="add del mod">
          <ac:chgData name="Paloma Cáceres García De Marina" userId="S::paloma.caceres@urjc.es::7516f0e2-be62-4205-91e6-1d37ec21b52a" providerId="AD" clId="Web-{DF6ACD45-407C-4B5C-BD37-DA6A8778D863}" dt="2020-02-26T15:18:20.522" v="12"/>
          <ac:picMkLst>
            <pc:docMk/>
            <pc:sldMk cId="1818141011" sldId="499"/>
            <ac:picMk id="10" creationId="{469FC907-C6A8-4E71-87A0-B036B9BB6C14}"/>
          </ac:picMkLst>
        </pc:picChg>
        <pc:picChg chg="add del mod">
          <ac:chgData name="Paloma Cáceres García De Marina" userId="S::paloma.caceres@urjc.es::7516f0e2-be62-4205-91e6-1d37ec21b52a" providerId="AD" clId="Web-{DF6ACD45-407C-4B5C-BD37-DA6A8778D863}" dt="2020-02-26T15:18:44.710" v="16"/>
          <ac:picMkLst>
            <pc:docMk/>
            <pc:sldMk cId="1818141011" sldId="499"/>
            <ac:picMk id="12" creationId="{F5C52AA9-F8D1-4F1F-8BA8-1A54509E3BC2}"/>
          </ac:picMkLst>
        </pc:picChg>
        <pc:picChg chg="add del mod">
          <ac:chgData name="Paloma Cáceres García De Marina" userId="S::paloma.caceres@urjc.es::7516f0e2-be62-4205-91e6-1d37ec21b52a" providerId="AD" clId="Web-{DF6ACD45-407C-4B5C-BD37-DA6A8778D863}" dt="2020-02-26T15:21:32.320" v="24"/>
          <ac:picMkLst>
            <pc:docMk/>
            <pc:sldMk cId="1818141011" sldId="499"/>
            <ac:picMk id="14" creationId="{159BEFE5-9C5B-4B6C-80BE-9BA7E21D0506}"/>
          </ac:picMkLst>
        </pc:picChg>
        <pc:picChg chg="add del mod">
          <ac:chgData name="Paloma Cáceres García De Marina" userId="S::paloma.caceres@urjc.es::7516f0e2-be62-4205-91e6-1d37ec21b52a" providerId="AD" clId="Web-{DF6ACD45-407C-4B5C-BD37-DA6A8778D863}" dt="2020-02-26T15:22:05.898" v="29"/>
          <ac:picMkLst>
            <pc:docMk/>
            <pc:sldMk cId="1818141011" sldId="499"/>
            <ac:picMk id="16" creationId="{0657E211-9BE6-49D3-8015-184866F3BBB6}"/>
          </ac:picMkLst>
        </pc:picChg>
        <pc:picChg chg="add mod">
          <ac:chgData name="Paloma Cáceres García De Marina" userId="S::paloma.caceres@urjc.es::7516f0e2-be62-4205-91e6-1d37ec21b52a" providerId="AD" clId="Web-{DF6ACD45-407C-4B5C-BD37-DA6A8778D863}" dt="2020-02-26T15:31:07.306" v="90" actId="1076"/>
          <ac:picMkLst>
            <pc:docMk/>
            <pc:sldMk cId="1818141011" sldId="499"/>
            <ac:picMk id="18" creationId="{A8C59351-0279-4AFA-8636-89DCE2BDF494}"/>
          </ac:picMkLst>
        </pc:picChg>
        <pc:picChg chg="add mod">
          <ac:chgData name="Paloma Cáceres García De Marina" userId="S::paloma.caceres@urjc.es::7516f0e2-be62-4205-91e6-1d37ec21b52a" providerId="AD" clId="Web-{DF6ACD45-407C-4B5C-BD37-DA6A8778D863}" dt="2020-02-26T15:31:13.181" v="91" actId="1076"/>
          <ac:picMkLst>
            <pc:docMk/>
            <pc:sldMk cId="1818141011" sldId="499"/>
            <ac:picMk id="20" creationId="{7A572916-7C8C-4C07-B667-0F2ED910EE76}"/>
          </ac:picMkLst>
        </pc:picChg>
      </pc:sldChg>
      <pc:sldChg chg="addSp delSp modSp add replId">
        <pc:chgData name="Paloma Cáceres García De Marina" userId="S::paloma.caceres@urjc.es::7516f0e2-be62-4205-91e6-1d37ec21b52a" providerId="AD" clId="Web-{DF6ACD45-407C-4B5C-BD37-DA6A8778D863}" dt="2020-02-26T17:09:52.452" v="484" actId="20577"/>
        <pc:sldMkLst>
          <pc:docMk/>
          <pc:sldMk cId="348136266" sldId="500"/>
        </pc:sldMkLst>
        <pc:spChg chg="mod">
          <ac:chgData name="Paloma Cáceres García De Marina" userId="S::paloma.caceres@urjc.es::7516f0e2-be62-4205-91e6-1d37ec21b52a" providerId="AD" clId="Web-{DF6ACD45-407C-4B5C-BD37-DA6A8778D863}" dt="2020-02-26T17:09:52.452" v="484" actId="20577"/>
          <ac:spMkLst>
            <pc:docMk/>
            <pc:sldMk cId="348136266" sldId="500"/>
            <ac:spMk id="2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DF6ACD45-407C-4B5C-BD37-DA6A8778D863}" dt="2020-02-26T16:56:03.619" v="377"/>
          <ac:spMkLst>
            <pc:docMk/>
            <pc:sldMk cId="348136266" sldId="500"/>
            <ac:spMk id="3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DF6ACD45-407C-4B5C-BD37-DA6A8778D863}" dt="2020-02-26T16:56:08.728" v="378"/>
          <ac:spMkLst>
            <pc:docMk/>
            <pc:sldMk cId="348136266" sldId="500"/>
            <ac:spMk id="4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9:01.245" v="449" actId="20577"/>
          <ac:spMkLst>
            <pc:docMk/>
            <pc:sldMk cId="348136266" sldId="500"/>
            <ac:spMk id="7" creationId="{00000000-0000-0000-0000-000000000000}"/>
          </ac:spMkLst>
        </pc:spChg>
        <pc:spChg chg="add mod">
          <ac:chgData name="Paloma Cáceres García De Marina" userId="S::paloma.caceres@urjc.es::7516f0e2-be62-4205-91e6-1d37ec21b52a" providerId="AD" clId="Web-{DF6ACD45-407C-4B5C-BD37-DA6A8778D863}" dt="2020-02-26T16:59:16.917" v="452" actId="1076"/>
          <ac:spMkLst>
            <pc:docMk/>
            <pc:sldMk cId="348136266" sldId="500"/>
            <ac:spMk id="8" creationId="{1023624B-9FF6-4E10-8DBF-0883921945FF}"/>
          </ac:spMkLst>
        </pc:spChg>
        <pc:spChg chg="add mod">
          <ac:chgData name="Paloma Cáceres García De Marina" userId="S::paloma.caceres@urjc.es::7516f0e2-be62-4205-91e6-1d37ec21b52a" providerId="AD" clId="Web-{DF6ACD45-407C-4B5C-BD37-DA6A8778D863}" dt="2020-02-26T16:59:10.698" v="451" actId="1076"/>
          <ac:spMkLst>
            <pc:docMk/>
            <pc:sldMk cId="348136266" sldId="500"/>
            <ac:spMk id="9" creationId="{85A66014-2F3C-4054-8AA3-30E149061B7C}"/>
          </ac:spMkLst>
        </pc:spChg>
      </pc:sldChg>
      <pc:sldChg chg="modSp add replId">
        <pc:chgData name="Paloma Cáceres García De Marina" userId="S::paloma.caceres@urjc.es::7516f0e2-be62-4205-91e6-1d37ec21b52a" providerId="AD" clId="Web-{DF6ACD45-407C-4B5C-BD37-DA6A8778D863}" dt="2020-02-26T17:09:46.889" v="479" actId="20577"/>
        <pc:sldMkLst>
          <pc:docMk/>
          <pc:sldMk cId="3187729881" sldId="501"/>
        </pc:sldMkLst>
        <pc:spChg chg="mod">
          <ac:chgData name="Paloma Cáceres García De Marina" userId="S::paloma.caceres@urjc.es::7516f0e2-be62-4205-91e6-1d37ec21b52a" providerId="AD" clId="Web-{DF6ACD45-407C-4B5C-BD37-DA6A8778D863}" dt="2020-02-26T17:09:46.889" v="479" actId="20577"/>
          <ac:spMkLst>
            <pc:docMk/>
            <pc:sldMk cId="3187729881" sldId="501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5:20.494" v="370" actId="20577"/>
          <ac:spMkLst>
            <pc:docMk/>
            <pc:sldMk cId="3187729881" sldId="501"/>
            <ac:spMk id="7" creationId="{00000000-0000-0000-0000-000000000000}"/>
          </ac:spMkLst>
        </pc:spChg>
      </pc:sldChg>
      <pc:sldChg chg="modSp add replId">
        <pc:chgData name="Paloma Cáceres García De Marina" userId="S::paloma.caceres@urjc.es::7516f0e2-be62-4205-91e6-1d37ec21b52a" providerId="AD" clId="Web-{DF6ACD45-407C-4B5C-BD37-DA6A8778D863}" dt="2020-02-26T17:09:41.749" v="474" actId="20577"/>
        <pc:sldMkLst>
          <pc:docMk/>
          <pc:sldMk cId="4003986535" sldId="502"/>
        </pc:sldMkLst>
        <pc:spChg chg="mod">
          <ac:chgData name="Paloma Cáceres García De Marina" userId="S::paloma.caceres@urjc.es::7516f0e2-be62-4205-91e6-1d37ec21b52a" providerId="AD" clId="Web-{DF6ACD45-407C-4B5C-BD37-DA6A8778D863}" dt="2020-02-26T17:09:41.749" v="474" actId="20577"/>
          <ac:spMkLst>
            <pc:docMk/>
            <pc:sldMk cId="4003986535" sldId="502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4:40.868" v="363" actId="20577"/>
          <ac:spMkLst>
            <pc:docMk/>
            <pc:sldMk cId="4003986535" sldId="502"/>
            <ac:spMk id="7" creationId="{00000000-0000-0000-0000-000000000000}"/>
          </ac:spMkLst>
        </pc:spChg>
      </pc:sldChg>
      <pc:sldChg chg="add del replId">
        <pc:chgData name="Paloma Cáceres García De Marina" userId="S::paloma.caceres@urjc.es::7516f0e2-be62-4205-91e6-1d37ec21b52a" providerId="AD" clId="Web-{DF6ACD45-407C-4B5C-BD37-DA6A8778D863}" dt="2020-02-26T16:53:58.696" v="294"/>
        <pc:sldMkLst>
          <pc:docMk/>
          <pc:sldMk cId="3148706832" sldId="503"/>
        </pc:sldMkLst>
      </pc:sldChg>
      <pc:sldChg chg="add del replId">
        <pc:chgData name="Paloma Cáceres García De Marina" userId="S::paloma.caceres@urjc.es::7516f0e2-be62-4205-91e6-1d37ec21b52a" providerId="AD" clId="Web-{DF6ACD45-407C-4B5C-BD37-DA6A8778D863}" dt="2020-02-26T16:53:35.899" v="293"/>
        <pc:sldMkLst>
          <pc:docMk/>
          <pc:sldMk cId="1386553163" sldId="504"/>
        </pc:sldMkLst>
      </pc:sldChg>
      <pc:sldChg chg="modSp add replId">
        <pc:chgData name="Paloma Cáceres García De Marina" userId="S::paloma.caceres@urjc.es::7516f0e2-be62-4205-91e6-1d37ec21b52a" providerId="AD" clId="Web-{DF6ACD45-407C-4B5C-BD37-DA6A8778D863}" dt="2020-02-26T17:09:33.827" v="469" actId="20577"/>
        <pc:sldMkLst>
          <pc:docMk/>
          <pc:sldMk cId="4025168796" sldId="505"/>
        </pc:sldMkLst>
        <pc:spChg chg="mod">
          <ac:chgData name="Paloma Cáceres García De Marina" userId="S::paloma.caceres@urjc.es::7516f0e2-be62-4205-91e6-1d37ec21b52a" providerId="AD" clId="Web-{DF6ACD45-407C-4B5C-BD37-DA6A8778D863}" dt="2020-02-26T17:09:33.827" v="469" actId="20577"/>
          <ac:spMkLst>
            <pc:docMk/>
            <pc:sldMk cId="4025168796" sldId="505"/>
            <ac:spMk id="2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DF6ACD45-407C-4B5C-BD37-DA6A8778D863}" dt="2020-02-26T16:53:33.477" v="291" actId="20577"/>
          <ac:spMkLst>
            <pc:docMk/>
            <pc:sldMk cId="4025168796" sldId="505"/>
            <ac:spMk id="7" creationId="{00000000-0000-0000-0000-000000000000}"/>
          </ac:spMkLst>
        </pc:spChg>
      </pc:sldChg>
      <pc:sldChg chg="add del replId">
        <pc:chgData name="Paloma Cáceres García De Marina" userId="S::paloma.caceres@urjc.es::7516f0e2-be62-4205-91e6-1d37ec21b52a" providerId="AD" clId="Web-{DF6ACD45-407C-4B5C-BD37-DA6A8778D863}" dt="2020-02-26T16:50:51.273" v="219"/>
        <pc:sldMkLst>
          <pc:docMk/>
          <pc:sldMk cId="2237475933" sldId="506"/>
        </pc:sldMkLst>
      </pc:sldChg>
      <pc:sldChg chg="delSp modSp add del replId">
        <pc:chgData name="Paloma Cáceres García De Marina" userId="S::paloma.caceres@urjc.es::7516f0e2-be62-4205-91e6-1d37ec21b52a" providerId="AD" clId="Web-{DF6ACD45-407C-4B5C-BD37-DA6A8778D863}" dt="2020-02-26T16:59:18.573" v="453"/>
        <pc:sldMkLst>
          <pc:docMk/>
          <pc:sldMk cId="4183847024" sldId="506"/>
        </pc:sldMkLst>
        <pc:spChg chg="del">
          <ac:chgData name="Paloma Cáceres García De Marina" userId="S::paloma.caceres@urjc.es::7516f0e2-be62-4205-91e6-1d37ec21b52a" providerId="AD" clId="Web-{DF6ACD45-407C-4B5C-BD37-DA6A8778D863}" dt="2020-02-26T16:58:53.776" v="444"/>
          <ac:spMkLst>
            <pc:docMk/>
            <pc:sldMk cId="4183847024" sldId="506"/>
            <ac:spMk id="3" creationId="{00000000-0000-0000-0000-000000000000}"/>
          </ac:spMkLst>
        </pc:spChg>
        <pc:spChg chg="del mod">
          <ac:chgData name="Paloma Cáceres García De Marina" userId="S::paloma.caceres@urjc.es::7516f0e2-be62-4205-91e6-1d37ec21b52a" providerId="AD" clId="Web-{DF6ACD45-407C-4B5C-BD37-DA6A8778D863}" dt="2020-02-26T16:58:46.807" v="442"/>
          <ac:spMkLst>
            <pc:docMk/>
            <pc:sldMk cId="4183847024" sldId="506"/>
            <ac:spMk id="4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DF6ACD45-407C-4B5C-BD37-DA6A8778D863}" dt="2020-02-26T16:57:55.416" v="433"/>
          <ac:spMkLst>
            <pc:docMk/>
            <pc:sldMk cId="4183847024" sldId="506"/>
            <ac:spMk id="7" creationId="{00000000-0000-0000-0000-000000000000}"/>
          </ac:spMkLst>
        </pc:spChg>
        <pc:spChg chg="del">
          <ac:chgData name="Paloma Cáceres García De Marina" userId="S::paloma.caceres@urjc.es::7516f0e2-be62-4205-91e6-1d37ec21b52a" providerId="AD" clId="Web-{DF6ACD45-407C-4B5C-BD37-DA6A8778D863}" dt="2020-02-26T16:57:57.838" v="434"/>
          <ac:spMkLst>
            <pc:docMk/>
            <pc:sldMk cId="4183847024" sldId="506"/>
            <ac:spMk id="23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C5687210-573E-4916-B4BE-64E0995B7070}"/>
    <pc:docChg chg="modSld">
      <pc:chgData name="Paloma Cáceres García De Marina" userId="S::paloma.caceres@urjc.es::7516f0e2-be62-4205-91e6-1d37ec21b52a" providerId="AD" clId="Web-{C5687210-573E-4916-B4BE-64E0995B7070}" dt="2020-02-26T14:36:19.049" v="27"/>
      <pc:docMkLst>
        <pc:docMk/>
      </pc:docMkLst>
      <pc:sldChg chg="delSp modSp">
        <pc:chgData name="Paloma Cáceres García De Marina" userId="S::paloma.caceres@urjc.es::7516f0e2-be62-4205-91e6-1d37ec21b52a" providerId="AD" clId="Web-{C5687210-573E-4916-B4BE-64E0995B7070}" dt="2020-02-26T14:36:19.049" v="27"/>
        <pc:sldMkLst>
          <pc:docMk/>
          <pc:sldMk cId="1818141011" sldId="499"/>
        </pc:sldMkLst>
        <pc:spChg chg="mod">
          <ac:chgData name="Paloma Cáceres García De Marina" userId="S::paloma.caceres@urjc.es::7516f0e2-be62-4205-91e6-1d37ec21b52a" providerId="AD" clId="Web-{C5687210-573E-4916-B4BE-64E0995B7070}" dt="2020-02-26T14:36:13.426" v="24" actId="20577"/>
          <ac:spMkLst>
            <pc:docMk/>
            <pc:sldMk cId="1818141011" sldId="499"/>
            <ac:spMk id="2" creationId="{00000000-0000-0000-0000-000000000000}"/>
          </ac:spMkLst>
        </pc:spChg>
        <pc:picChg chg="del">
          <ac:chgData name="Paloma Cáceres García De Marina" userId="S::paloma.caceres@urjc.es::7516f0e2-be62-4205-91e6-1d37ec21b52a" providerId="AD" clId="Web-{C5687210-573E-4916-B4BE-64E0995B7070}" dt="2020-02-26T14:36:19.049" v="27"/>
          <ac:picMkLst>
            <pc:docMk/>
            <pc:sldMk cId="1818141011" sldId="499"/>
            <ac:picMk id="4" creationId="{00000000-0000-0000-0000-000000000000}"/>
          </ac:picMkLst>
        </pc:picChg>
      </pc:sldChg>
    </pc:docChg>
  </pc:docChgLst>
  <pc:docChgLst>
    <pc:chgData name="Oriol Borrás Gené" userId="S::oriol.borras@urjc.es::aea611aa-1d44-4c50-abd0-2064e044183a" providerId="AD" clId="Web-{904E42CA-AC89-4967-AACF-7FEE63CE1DD8}"/>
    <pc:docChg chg="delSld modSld">
      <pc:chgData name="Oriol Borrás Gené" userId="S::oriol.borras@urjc.es::aea611aa-1d44-4c50-abd0-2064e044183a" providerId="AD" clId="Web-{904E42CA-AC89-4967-AACF-7FEE63CE1DD8}" dt="2020-03-03T10:36:24.955" v="44"/>
      <pc:docMkLst>
        <pc:docMk/>
      </pc:docMkLst>
      <pc:sldChg chg="addSp modSp">
        <pc:chgData name="Oriol Borrás Gené" userId="S::oriol.borras@urjc.es::aea611aa-1d44-4c50-abd0-2064e044183a" providerId="AD" clId="Web-{904E42CA-AC89-4967-AACF-7FEE63CE1DD8}" dt="2020-03-03T10:36:01.392" v="38" actId="1076"/>
        <pc:sldMkLst>
          <pc:docMk/>
          <pc:sldMk cId="0" sldId="448"/>
        </pc:sldMkLst>
        <pc:spChg chg="add mod">
          <ac:chgData name="Oriol Borrás Gené" userId="S::oriol.borras@urjc.es::aea611aa-1d44-4c50-abd0-2064e044183a" providerId="AD" clId="Web-{904E42CA-AC89-4967-AACF-7FEE63CE1DD8}" dt="2020-03-03T10:35:40.096" v="30" actId="1076"/>
          <ac:spMkLst>
            <pc:docMk/>
            <pc:sldMk cId="0" sldId="448"/>
            <ac:spMk id="5" creationId="{566C5B35-392B-414A-AD81-20E5A9A95EB2}"/>
          </ac:spMkLst>
        </pc:spChg>
        <pc:spChg chg="add mod">
          <ac:chgData name="Oriol Borrás Gené" userId="S::oriol.borras@urjc.es::aea611aa-1d44-4c50-abd0-2064e044183a" providerId="AD" clId="Web-{904E42CA-AC89-4967-AACF-7FEE63CE1DD8}" dt="2020-03-03T10:35:51.908" v="34" actId="1076"/>
          <ac:spMkLst>
            <pc:docMk/>
            <pc:sldMk cId="0" sldId="448"/>
            <ac:spMk id="6" creationId="{9FCFC6A1-3167-4B32-BD1F-76D52AEFCA48}"/>
          </ac:spMkLst>
        </pc:spChg>
        <pc:spChg chg="mod">
          <ac:chgData name="Oriol Borrás Gené" userId="S::oriol.borras@urjc.es::aea611aa-1d44-4c50-abd0-2064e044183a" providerId="AD" clId="Web-{904E42CA-AC89-4967-AACF-7FEE63CE1DD8}" dt="2020-03-03T10:36:01.392" v="38" actId="1076"/>
          <ac:spMkLst>
            <pc:docMk/>
            <pc:sldMk cId="0" sldId="448"/>
            <ac:spMk id="7" creationId="{00000000-0000-0000-0000-000000000000}"/>
          </ac:spMkLst>
        </pc:spChg>
        <pc:spChg chg="mod">
          <ac:chgData name="Oriol Borrás Gené" userId="S::oriol.borras@urjc.es::aea611aa-1d44-4c50-abd0-2064e044183a" providerId="AD" clId="Web-{904E42CA-AC89-4967-AACF-7FEE63CE1DD8}" dt="2020-03-03T10:35:31.611" v="27" actId="1076"/>
          <ac:spMkLst>
            <pc:docMk/>
            <pc:sldMk cId="0" sldId="448"/>
            <ac:spMk id="23" creationId="{00000000-0000-0000-0000-000000000000}"/>
          </ac:spMkLst>
        </pc:spChg>
      </pc:sldChg>
      <pc:sldChg chg="modSp del">
        <pc:chgData name="Oriol Borrás Gené" userId="S::oriol.borras@urjc.es::aea611aa-1d44-4c50-abd0-2064e044183a" providerId="AD" clId="Web-{904E42CA-AC89-4967-AACF-7FEE63CE1DD8}" dt="2020-03-03T10:36:02.767" v="39"/>
        <pc:sldMkLst>
          <pc:docMk/>
          <pc:sldMk cId="0" sldId="449"/>
        </pc:sldMkLst>
        <pc:spChg chg="mod">
          <ac:chgData name="Oriol Borrás Gené" userId="S::oriol.borras@urjc.es::aea611aa-1d44-4c50-abd0-2064e044183a" providerId="AD" clId="Web-{904E42CA-AC89-4967-AACF-7FEE63CE1DD8}" dt="2020-03-03T10:35:23.861" v="21" actId="20577"/>
          <ac:spMkLst>
            <pc:docMk/>
            <pc:sldMk cId="0" sldId="449"/>
            <ac:spMk id="7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04E42CA-AC89-4967-AACF-7FEE63CE1DD8}" dt="2020-03-03T10:36:11.752" v="42" actId="20577"/>
        <pc:sldMkLst>
          <pc:docMk/>
          <pc:sldMk cId="0" sldId="450"/>
        </pc:sldMkLst>
        <pc:spChg chg="mod">
          <ac:chgData name="Oriol Borrás Gené" userId="S::oriol.borras@urjc.es::aea611aa-1d44-4c50-abd0-2064e044183a" providerId="AD" clId="Web-{904E42CA-AC89-4967-AACF-7FEE63CE1DD8}" dt="2020-03-03T10:36:11.752" v="42" actId="20577"/>
          <ac:spMkLst>
            <pc:docMk/>
            <pc:sldMk cId="0" sldId="450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904E42CA-AC89-4967-AACF-7FEE63CE1DD8}" dt="2020-03-03T10:36:24.955" v="44"/>
        <pc:sldMkLst>
          <pc:docMk/>
          <pc:sldMk cId="3293163001" sldId="507"/>
        </pc:sldMkLst>
        <pc:spChg chg="mod">
          <ac:chgData name="Oriol Borrás Gené" userId="S::oriol.borras@urjc.es::aea611aa-1d44-4c50-abd0-2064e044183a" providerId="AD" clId="Web-{904E42CA-AC89-4967-AACF-7FEE63CE1DD8}" dt="2020-03-03T10:36:24.955" v="44"/>
          <ac:spMkLst>
            <pc:docMk/>
            <pc:sldMk cId="3293163001" sldId="507"/>
            <ac:spMk id="23" creationId="{00000000-0000-0000-0000-000000000000}"/>
          </ac:spMkLst>
        </pc:spChg>
      </pc:sldChg>
    </pc:docChg>
  </pc:docChgLst>
  <pc:docChgLst>
    <pc:chgData name="etsii subdireccion.oa" userId="S::etsii.subdireccion.oa@urjc.es::172d4a83-4cd0-47f1-a2b7-8e2e04debd23" providerId="AD" clId="Web-{5C0147B9-8380-339C-2F5A-B86C146DDA06}"/>
    <pc:docChg chg="modSld">
      <pc:chgData name="etsii subdireccion.oa" userId="S::etsii.subdireccion.oa@urjc.es::172d4a83-4cd0-47f1-a2b7-8e2e04debd23" providerId="AD" clId="Web-{5C0147B9-8380-339C-2F5A-B86C146DDA06}" dt="2025-01-17T16:16:10.714" v="10" actId="20577"/>
      <pc:docMkLst>
        <pc:docMk/>
      </pc:docMkLst>
      <pc:sldChg chg="modSp">
        <pc:chgData name="etsii subdireccion.oa" userId="S::etsii.subdireccion.oa@urjc.es::172d4a83-4cd0-47f1-a2b7-8e2e04debd23" providerId="AD" clId="Web-{5C0147B9-8380-339C-2F5A-B86C146DDA06}" dt="2025-01-17T16:14:42.477" v="3" actId="20577"/>
        <pc:sldMkLst>
          <pc:docMk/>
          <pc:sldMk cId="2281222883" sldId="549"/>
        </pc:sldMkLst>
        <pc:spChg chg="mod">
          <ac:chgData name="etsii subdireccion.oa" userId="S::etsii.subdireccion.oa@urjc.es::172d4a83-4cd0-47f1-a2b7-8e2e04debd23" providerId="AD" clId="Web-{5C0147B9-8380-339C-2F5A-B86C146DDA06}" dt="2025-01-17T16:14:42.477" v="3" actId="20577"/>
          <ac:spMkLst>
            <pc:docMk/>
            <pc:sldMk cId="2281222883" sldId="549"/>
            <ac:spMk id="4" creationId="{9211F17E-6761-F1A5-B29D-DFAFB643E944}"/>
          </ac:spMkLst>
        </pc:spChg>
      </pc:sldChg>
      <pc:sldChg chg="modSp">
        <pc:chgData name="etsii subdireccion.oa" userId="S::etsii.subdireccion.oa@urjc.es::172d4a83-4cd0-47f1-a2b7-8e2e04debd23" providerId="AD" clId="Web-{5C0147B9-8380-339C-2F5A-B86C146DDA06}" dt="2025-01-17T16:14:36.727" v="1" actId="20577"/>
        <pc:sldMkLst>
          <pc:docMk/>
          <pc:sldMk cId="4140674020" sldId="626"/>
        </pc:sldMkLst>
        <pc:spChg chg="mod">
          <ac:chgData name="etsii subdireccion.oa" userId="S::etsii.subdireccion.oa@urjc.es::172d4a83-4cd0-47f1-a2b7-8e2e04debd23" providerId="AD" clId="Web-{5C0147B9-8380-339C-2F5A-B86C146DDA06}" dt="2025-01-17T16:14:36.727" v="1" actId="20577"/>
          <ac:spMkLst>
            <pc:docMk/>
            <pc:sldMk cId="4140674020" sldId="626"/>
            <ac:spMk id="6147" creationId="{00000000-0000-0000-0000-000000000000}"/>
          </ac:spMkLst>
        </pc:spChg>
      </pc:sldChg>
      <pc:sldChg chg="modSp">
        <pc:chgData name="etsii subdireccion.oa" userId="S::etsii.subdireccion.oa@urjc.es::172d4a83-4cd0-47f1-a2b7-8e2e04debd23" providerId="AD" clId="Web-{5C0147B9-8380-339C-2F5A-B86C146DDA06}" dt="2025-01-17T16:14:47.899" v="5" actId="20577"/>
        <pc:sldMkLst>
          <pc:docMk/>
          <pc:sldMk cId="3975072573" sldId="627"/>
        </pc:sldMkLst>
        <pc:spChg chg="mod">
          <ac:chgData name="etsii subdireccion.oa" userId="S::etsii.subdireccion.oa@urjc.es::172d4a83-4cd0-47f1-a2b7-8e2e04debd23" providerId="AD" clId="Web-{5C0147B9-8380-339C-2F5A-B86C146DDA06}" dt="2025-01-17T16:14:47.899" v="5" actId="20577"/>
          <ac:spMkLst>
            <pc:docMk/>
            <pc:sldMk cId="3975072573" sldId="627"/>
            <ac:spMk id="4" creationId="{0DB0BAD3-ABA5-ED80-FCDA-932FA78213D9}"/>
          </ac:spMkLst>
        </pc:spChg>
      </pc:sldChg>
      <pc:sldChg chg="modSp">
        <pc:chgData name="etsii subdireccion.oa" userId="S::etsii.subdireccion.oa@urjc.es::172d4a83-4cd0-47f1-a2b7-8e2e04debd23" providerId="AD" clId="Web-{5C0147B9-8380-339C-2F5A-B86C146DDA06}" dt="2025-01-17T16:16:10.714" v="10" actId="20577"/>
        <pc:sldMkLst>
          <pc:docMk/>
          <pc:sldMk cId="3767299259" sldId="628"/>
        </pc:sldMkLst>
        <pc:spChg chg="mod">
          <ac:chgData name="etsii subdireccion.oa" userId="S::etsii.subdireccion.oa@urjc.es::172d4a83-4cd0-47f1-a2b7-8e2e04debd23" providerId="AD" clId="Web-{5C0147B9-8380-339C-2F5A-B86C146DDA06}" dt="2025-01-17T16:16:10.714" v="10" actId="20577"/>
          <ac:spMkLst>
            <pc:docMk/>
            <pc:sldMk cId="3767299259" sldId="628"/>
            <ac:spMk id="4" creationId="{885E2776-9BBE-3AE1-9F8B-4021B3A83F9E}"/>
          </ac:spMkLst>
        </pc:spChg>
      </pc:sldChg>
    </pc:docChg>
  </pc:docChgLst>
  <pc:docChgLst>
    <pc:chgData name="etsii subdireccion.oa" userId="S::etsii.subdireccion.oa@urjc.es::172d4a83-4cd0-47f1-a2b7-8e2e04debd23" providerId="AD" clId="Web-{467A74C7-9E09-0A0F-A21B-0677C8D19562}"/>
    <pc:docChg chg="modSld">
      <pc:chgData name="etsii subdireccion.oa" userId="S::etsii.subdireccion.oa@urjc.es::172d4a83-4cd0-47f1-a2b7-8e2e04debd23" providerId="AD" clId="Web-{467A74C7-9E09-0A0F-A21B-0677C8D19562}" dt="2025-02-24T06:48:14.762" v="2" actId="20577"/>
      <pc:docMkLst>
        <pc:docMk/>
      </pc:docMkLst>
      <pc:sldChg chg="modSp">
        <pc:chgData name="etsii subdireccion.oa" userId="S::etsii.subdireccion.oa@urjc.es::172d4a83-4cd0-47f1-a2b7-8e2e04debd23" providerId="AD" clId="Web-{467A74C7-9E09-0A0F-A21B-0677C8D19562}" dt="2025-02-24T06:48:14.762" v="2" actId="20577"/>
        <pc:sldMkLst>
          <pc:docMk/>
          <pc:sldMk cId="2281222883" sldId="549"/>
        </pc:sldMkLst>
        <pc:spChg chg="mod">
          <ac:chgData name="etsii subdireccion.oa" userId="S::etsii.subdireccion.oa@urjc.es::172d4a83-4cd0-47f1-a2b7-8e2e04debd23" providerId="AD" clId="Web-{467A74C7-9E09-0A0F-A21B-0677C8D19562}" dt="2025-02-24T06:48:14.762" v="2" actId="20577"/>
          <ac:spMkLst>
            <pc:docMk/>
            <pc:sldMk cId="2281222883" sldId="549"/>
            <ac:spMk id="4" creationId="{9211F17E-6761-F1A5-B29D-DFAFB643E944}"/>
          </ac:spMkLst>
        </pc:spChg>
      </pc:sldChg>
      <pc:sldChg chg="modSp">
        <pc:chgData name="etsii subdireccion.oa" userId="S::etsii.subdireccion.oa@urjc.es::172d4a83-4cd0-47f1-a2b7-8e2e04debd23" providerId="AD" clId="Web-{467A74C7-9E09-0A0F-A21B-0677C8D19562}" dt="2025-02-24T06:48:10.027" v="1" actId="20577"/>
        <pc:sldMkLst>
          <pc:docMk/>
          <pc:sldMk cId="4140674020" sldId="626"/>
        </pc:sldMkLst>
        <pc:spChg chg="mod">
          <ac:chgData name="etsii subdireccion.oa" userId="S::etsii.subdireccion.oa@urjc.es::172d4a83-4cd0-47f1-a2b7-8e2e04debd23" providerId="AD" clId="Web-{467A74C7-9E09-0A0F-A21B-0677C8D19562}" dt="2025-02-24T06:48:10.027" v="1" actId="20577"/>
          <ac:spMkLst>
            <pc:docMk/>
            <pc:sldMk cId="4140674020" sldId="626"/>
            <ac:spMk id="6147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FB9B2030-0041-45C9-AA81-D6208E34EA2D}"/>
    <pc:docChg chg="modSld">
      <pc:chgData name="Dolores Cuadra Fernández" userId="S::dolores.cuadra@urjc.es::3973a3dd-a11e-44c1-9158-1b4a8d8c39da" providerId="AD" clId="Web-{FB9B2030-0041-45C9-AA81-D6208E34EA2D}" dt="2023-03-07T11:47:20.297" v="0"/>
      <pc:docMkLst>
        <pc:docMk/>
      </pc:docMkLst>
      <pc:sldChg chg="delSp">
        <pc:chgData name="Dolores Cuadra Fernández" userId="S::dolores.cuadra@urjc.es::3973a3dd-a11e-44c1-9158-1b4a8d8c39da" providerId="AD" clId="Web-{FB9B2030-0041-45C9-AA81-D6208E34EA2D}" dt="2023-03-07T11:47:20.297" v="0"/>
        <pc:sldMkLst>
          <pc:docMk/>
          <pc:sldMk cId="779758563" sldId="564"/>
        </pc:sldMkLst>
        <pc:spChg chg="del">
          <ac:chgData name="Dolores Cuadra Fernández" userId="S::dolores.cuadra@urjc.es::3973a3dd-a11e-44c1-9158-1b4a8d8c39da" providerId="AD" clId="Web-{FB9B2030-0041-45C9-AA81-D6208E34EA2D}" dt="2023-03-07T11:47:20.297" v="0"/>
          <ac:spMkLst>
            <pc:docMk/>
            <pc:sldMk cId="779758563" sldId="564"/>
            <ac:spMk id="3" creationId="{54F59CED-C523-48A8-946C-00D9E7EBE4F1}"/>
          </ac:spMkLst>
        </pc:spChg>
      </pc:sldChg>
    </pc:docChg>
  </pc:docChgLst>
  <pc:docChgLst>
    <pc:chgData name="etsii subdireccion.oa" userId="S::etsii.subdireccion.oa@urjc.es::172d4a83-4cd0-47f1-a2b7-8e2e04debd23" providerId="AD" clId="Web-{54F3CAAD-6181-C431-660C-0EDB099E2C41}"/>
    <pc:docChg chg="mod modSld">
      <pc:chgData name="etsii subdireccion.oa" userId="S::etsii.subdireccion.oa@urjc.es::172d4a83-4cd0-47f1-a2b7-8e2e04debd23" providerId="AD" clId="Web-{54F3CAAD-6181-C431-660C-0EDB099E2C41}" dt="2025-01-21T05:58:06.580" v="5" actId="20577"/>
      <pc:docMkLst>
        <pc:docMk/>
      </pc:docMkLst>
      <pc:sldChg chg="modSp modCm">
        <pc:chgData name="etsii subdireccion.oa" userId="S::etsii.subdireccion.oa@urjc.es::172d4a83-4cd0-47f1-a2b7-8e2e04debd23" providerId="AD" clId="Web-{54F3CAAD-6181-C431-660C-0EDB099E2C41}" dt="2025-01-21T05:57:33.095" v="1" actId="20577"/>
        <pc:sldMkLst>
          <pc:docMk/>
          <pc:sldMk cId="0" sldId="311"/>
        </pc:sldMkLst>
        <pc:spChg chg="mod">
          <ac:chgData name="etsii subdireccion.oa" userId="S::etsii.subdireccion.oa@urjc.es::172d4a83-4cd0-47f1-a2b7-8e2e04debd23" providerId="AD" clId="Web-{54F3CAAD-6181-C431-660C-0EDB099E2C41}" dt="2025-01-21T05:57:33.095" v="1" actId="20577"/>
          <ac:spMkLst>
            <pc:docMk/>
            <pc:sldMk cId="0" sldId="311"/>
            <ac:spMk id="17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tsii subdireccion.oa" userId="S::etsii.subdireccion.oa@urjc.es::172d4a83-4cd0-47f1-a2b7-8e2e04debd23" providerId="AD" clId="Web-{54F3CAAD-6181-C431-660C-0EDB099E2C41}" dt="2025-01-21T05:57:33.095" v="1" actId="20577"/>
              <pc2:cmMkLst xmlns:pc2="http://schemas.microsoft.com/office/powerpoint/2019/9/main/command">
                <pc:docMk/>
                <pc:sldMk cId="0" sldId="311"/>
                <pc2:cmMk id="{76A95E31-DD53-4E61-8F6A-1B7A4F251400}"/>
              </pc2:cmMkLst>
            </pc226:cmChg>
          </p:ext>
        </pc:extLst>
      </pc:sldChg>
      <pc:sldChg chg="modSp modCm">
        <pc:chgData name="etsii subdireccion.oa" userId="S::etsii.subdireccion.oa@urjc.es::172d4a83-4cd0-47f1-a2b7-8e2e04debd23" providerId="AD" clId="Web-{54F3CAAD-6181-C431-660C-0EDB099E2C41}" dt="2025-01-21T05:58:06.580" v="5" actId="20577"/>
        <pc:sldMkLst>
          <pc:docMk/>
          <pc:sldMk cId="3908869793" sldId="616"/>
        </pc:sldMkLst>
        <pc:spChg chg="mod">
          <ac:chgData name="etsii subdireccion.oa" userId="S::etsii.subdireccion.oa@urjc.es::172d4a83-4cd0-47f1-a2b7-8e2e04debd23" providerId="AD" clId="Web-{54F3CAAD-6181-C431-660C-0EDB099E2C41}" dt="2025-01-21T05:58:06.580" v="5" actId="20577"/>
          <ac:spMkLst>
            <pc:docMk/>
            <pc:sldMk cId="3908869793" sldId="616"/>
            <ac:spMk id="3" creationId="{951917E6-E969-4978-A3B0-83233C7F8FC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tsii subdireccion.oa" userId="S::etsii.subdireccion.oa@urjc.es::172d4a83-4cd0-47f1-a2b7-8e2e04debd23" providerId="AD" clId="Web-{54F3CAAD-6181-C431-660C-0EDB099E2C41}" dt="2025-01-21T05:58:02.830" v="4" actId="20577"/>
              <pc2:cmMkLst xmlns:pc2="http://schemas.microsoft.com/office/powerpoint/2019/9/main/command">
                <pc:docMk/>
                <pc:sldMk cId="3908869793" sldId="616"/>
                <pc2:cmMk id="{B1E57869-1418-4236-B4A0-19B12928A2D5}"/>
              </pc2:cmMkLst>
            </pc226:cmChg>
          </p:ext>
        </pc:extLst>
      </pc:sldChg>
    </pc:docChg>
  </pc:docChgLst>
  <pc:docChgLst>
    <pc:chgData name="José Manuel Colmenar Verdugo" userId="1341788d-c510-45da-88a0-2a771a4f318a" providerId="ADAL" clId="{9DCE2342-8210-8E4D-9339-74514B88BD6B}"/>
    <pc:docChg chg="custSel modSld">
      <pc:chgData name="José Manuel Colmenar Verdugo" userId="1341788d-c510-45da-88a0-2a771a4f318a" providerId="ADAL" clId="{9DCE2342-8210-8E4D-9339-74514B88BD6B}" dt="2021-02-26T07:30:23.885" v="19" actId="27636"/>
      <pc:docMkLst>
        <pc:docMk/>
      </pc:docMkLst>
      <pc:sldChg chg="modSp mod">
        <pc:chgData name="José Manuel Colmenar Verdugo" userId="1341788d-c510-45da-88a0-2a771a4f318a" providerId="ADAL" clId="{9DCE2342-8210-8E4D-9339-74514B88BD6B}" dt="2021-02-26T07:30:23.885" v="19" actId="27636"/>
        <pc:sldMkLst>
          <pc:docMk/>
          <pc:sldMk cId="0" sldId="372"/>
        </pc:sldMkLst>
        <pc:spChg chg="mod">
          <ac:chgData name="José Manuel Colmenar Verdugo" userId="1341788d-c510-45da-88a0-2a771a4f318a" providerId="ADAL" clId="{9DCE2342-8210-8E4D-9339-74514B88BD6B}" dt="2021-02-26T07:29:55.044" v="15" actId="20577"/>
          <ac:spMkLst>
            <pc:docMk/>
            <pc:sldMk cId="0" sldId="372"/>
            <ac:spMk id="2" creationId="{00000000-0000-0000-0000-000000000000}"/>
          </ac:spMkLst>
        </pc:spChg>
        <pc:spChg chg="mod">
          <ac:chgData name="José Manuel Colmenar Verdugo" userId="1341788d-c510-45da-88a0-2a771a4f318a" providerId="ADAL" clId="{9DCE2342-8210-8E4D-9339-74514B88BD6B}" dt="2021-02-26T07:30:23.885" v="19" actId="27636"/>
          <ac:spMkLst>
            <pc:docMk/>
            <pc:sldMk cId="0" sldId="372"/>
            <ac:spMk id="3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41637EB7-39DD-9458-CBE7-112FD0266CE6}"/>
    <pc:docChg chg="delSld modSld">
      <pc:chgData name="Paloma Cáceres García De Marina" userId="S::paloma.caceres@urjc.es::7516f0e2-be62-4205-91e6-1d37ec21b52a" providerId="AD" clId="Web-{41637EB7-39DD-9458-CBE7-112FD0266CE6}" dt="2021-03-03T16:53:31.289" v="1" actId="1076"/>
      <pc:docMkLst>
        <pc:docMk/>
      </pc:docMkLst>
      <pc:sldChg chg="del">
        <pc:chgData name="Paloma Cáceres García De Marina" userId="S::paloma.caceres@urjc.es::7516f0e2-be62-4205-91e6-1d37ec21b52a" providerId="AD" clId="Web-{41637EB7-39DD-9458-CBE7-112FD0266CE6}" dt="2021-03-03T16:48:23.704" v="0"/>
        <pc:sldMkLst>
          <pc:docMk/>
          <pc:sldMk cId="4025168796" sldId="505"/>
        </pc:sldMkLst>
      </pc:sldChg>
      <pc:sldChg chg="modSp">
        <pc:chgData name="Paloma Cáceres García De Marina" userId="S::paloma.caceres@urjc.es::7516f0e2-be62-4205-91e6-1d37ec21b52a" providerId="AD" clId="Web-{41637EB7-39DD-9458-CBE7-112FD0266CE6}" dt="2021-03-03T16:53:31.289" v="1" actId="1076"/>
        <pc:sldMkLst>
          <pc:docMk/>
          <pc:sldMk cId="1004937467" sldId="524"/>
        </pc:sldMkLst>
        <pc:spChg chg="mod">
          <ac:chgData name="Paloma Cáceres García De Marina" userId="S::paloma.caceres@urjc.es::7516f0e2-be62-4205-91e6-1d37ec21b52a" providerId="AD" clId="Web-{41637EB7-39DD-9458-CBE7-112FD0266CE6}" dt="2021-03-03T16:53:31.289" v="1" actId="1076"/>
          <ac:spMkLst>
            <pc:docMk/>
            <pc:sldMk cId="1004937467" sldId="524"/>
            <ac:spMk id="5" creationId="{5FEA0655-5C18-4480-9204-32926304ABCB}"/>
          </ac:spMkLst>
        </pc:spChg>
      </pc:sldChg>
    </pc:docChg>
  </pc:docChgLst>
  <pc:docChgLst>
    <pc:chgData name="Dolores Cuadra Fernández" userId="S::dolores.cuadra@urjc.es::3973a3dd-a11e-44c1-9158-1b4a8d8c39da" providerId="AD" clId="Web-{58AB8034-0938-412B-B888-B1BEA9483F6B}"/>
    <pc:docChg chg="modSld">
      <pc:chgData name="Dolores Cuadra Fernández" userId="S::dolores.cuadra@urjc.es::3973a3dd-a11e-44c1-9158-1b4a8d8c39da" providerId="AD" clId="Web-{58AB8034-0938-412B-B888-B1BEA9483F6B}" dt="2022-03-07T19:08:13.028" v="15"/>
      <pc:docMkLst>
        <pc:docMk/>
      </pc:docMkLst>
      <pc:sldChg chg="addSp delSp modSp">
        <pc:chgData name="Dolores Cuadra Fernández" userId="S::dolores.cuadra@urjc.es::3973a3dd-a11e-44c1-9158-1b4a8d8c39da" providerId="AD" clId="Web-{58AB8034-0938-412B-B888-B1BEA9483F6B}" dt="2022-03-07T19:08:13.028" v="15"/>
        <pc:sldMkLst>
          <pc:docMk/>
          <pc:sldMk cId="2049517442" sldId="565"/>
        </pc:sldMkLst>
        <pc:spChg chg="mod">
          <ac:chgData name="Dolores Cuadra Fernández" userId="S::dolores.cuadra@urjc.es::3973a3dd-a11e-44c1-9158-1b4a8d8c39da" providerId="AD" clId="Web-{58AB8034-0938-412B-B888-B1BEA9483F6B}" dt="2022-03-07T19:01:53.033" v="9" actId="1076"/>
          <ac:spMkLst>
            <pc:docMk/>
            <pc:sldMk cId="2049517442" sldId="565"/>
            <ac:spMk id="6" creationId="{B6EF1402-1E99-4C5C-8B56-8AFBCA1637F5}"/>
          </ac:spMkLst>
        </pc:spChg>
        <pc:spChg chg="mod">
          <ac:chgData name="Dolores Cuadra Fernández" userId="S::dolores.cuadra@urjc.es::3973a3dd-a11e-44c1-9158-1b4a8d8c39da" providerId="AD" clId="Web-{58AB8034-0938-412B-B888-B1BEA9483F6B}" dt="2022-03-07T19:07:32.137" v="12" actId="1076"/>
          <ac:spMkLst>
            <pc:docMk/>
            <pc:sldMk cId="2049517442" sldId="565"/>
            <ac:spMk id="7" creationId="{D9793683-5117-46FD-B8E7-000390A4169D}"/>
          </ac:spMkLst>
        </pc:spChg>
        <pc:graphicFrameChg chg="del">
          <ac:chgData name="Dolores Cuadra Fernández" userId="S::dolores.cuadra@urjc.es::3973a3dd-a11e-44c1-9158-1b4a8d8c39da" providerId="AD" clId="Web-{58AB8034-0938-412B-B888-B1BEA9483F6B}" dt="2022-03-07T19:00:51.484" v="0"/>
          <ac:graphicFrameMkLst>
            <pc:docMk/>
            <pc:sldMk cId="2049517442" sldId="565"/>
            <ac:graphicFrameMk id="11" creationId="{4F193303-FF72-4447-94BB-B3F93BED9B80}"/>
          </ac:graphicFrameMkLst>
        </pc:graphicFrameChg>
        <pc:picChg chg="add mod">
          <ac:chgData name="Dolores Cuadra Fernández" userId="S::dolores.cuadra@urjc.es::3973a3dd-a11e-44c1-9158-1b4a8d8c39da" providerId="AD" clId="Web-{58AB8034-0938-412B-B888-B1BEA9483F6B}" dt="2022-03-07T19:01:05.297" v="5" actId="14100"/>
          <ac:picMkLst>
            <pc:docMk/>
            <pc:sldMk cId="2049517442" sldId="565"/>
            <ac:picMk id="3" creationId="{7B101B18-E728-4E9E-B33D-BAADCCE888EB}"/>
          </ac:picMkLst>
        </pc:picChg>
        <pc:picChg chg="add del mod">
          <ac:chgData name="Dolores Cuadra Fernández" userId="S::dolores.cuadra@urjc.es::3973a3dd-a11e-44c1-9158-1b4a8d8c39da" providerId="AD" clId="Web-{58AB8034-0938-412B-B888-B1BEA9483F6B}" dt="2022-03-07T19:08:13.028" v="15"/>
          <ac:picMkLst>
            <pc:docMk/>
            <pc:sldMk cId="2049517442" sldId="565"/>
            <ac:picMk id="5" creationId="{5ECF7077-EF38-4AB4-9B4A-0B8813B9D189}"/>
          </ac:picMkLst>
        </pc:picChg>
        <pc:cxnChg chg="add mod">
          <ac:chgData name="Dolores Cuadra Fernández" userId="S::dolores.cuadra@urjc.es::3973a3dd-a11e-44c1-9158-1b4a8d8c39da" providerId="AD" clId="Web-{58AB8034-0938-412B-B888-B1BEA9483F6B}" dt="2022-03-07T19:01:21.625" v="8" actId="14100"/>
          <ac:cxnSpMkLst>
            <pc:docMk/>
            <pc:sldMk cId="2049517442" sldId="565"/>
            <ac:cxnSpMk id="4" creationId="{18F7EDAA-7AA3-4775-B38D-F07990B33849}"/>
          </ac:cxnSpMkLst>
        </pc:cxnChg>
      </pc:sldChg>
    </pc:docChg>
  </pc:docChgLst>
  <pc:docChgLst>
    <pc:chgData name="Dolores Cuadra Fernández" userId="S::dolores.cuadra@urjc.es::3973a3dd-a11e-44c1-9158-1b4a8d8c39da" providerId="AD" clId="Web-{000C3FEF-55C4-45B4-B733-AC21007BB98E}"/>
    <pc:docChg chg="addSld delSld modSld">
      <pc:chgData name="Dolores Cuadra Fernández" userId="S::dolores.cuadra@urjc.es::3973a3dd-a11e-44c1-9158-1b4a8d8c39da" providerId="AD" clId="Web-{000C3FEF-55C4-45B4-B733-AC21007BB98E}" dt="2021-03-02T20:37:56.425" v="1461" actId="1076"/>
      <pc:docMkLst>
        <pc:docMk/>
      </pc:docMkLst>
      <pc:sldChg chg="del">
        <pc:chgData name="Dolores Cuadra Fernández" userId="S::dolores.cuadra@urjc.es::3973a3dd-a11e-44c1-9158-1b4a8d8c39da" providerId="AD" clId="Web-{000C3FEF-55C4-45B4-B733-AC21007BB98E}" dt="2021-03-02T19:58:03.059" v="984"/>
        <pc:sldMkLst>
          <pc:docMk/>
          <pc:sldMk cId="0" sldId="432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07.965" v="985"/>
        <pc:sldMkLst>
          <pc:docMk/>
          <pc:sldMk cId="0" sldId="433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34.716" v="989"/>
        <pc:sldMkLst>
          <pc:docMk/>
          <pc:sldMk cId="0" sldId="435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37.529" v="990"/>
        <pc:sldMkLst>
          <pc:docMk/>
          <pc:sldMk cId="0" sldId="436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42.763" v="991"/>
        <pc:sldMkLst>
          <pc:docMk/>
          <pc:sldMk cId="0" sldId="437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44.810" v="992"/>
        <pc:sldMkLst>
          <pc:docMk/>
          <pc:sldMk cId="0" sldId="438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50.654" v="994"/>
        <pc:sldMkLst>
          <pc:docMk/>
          <pc:sldMk cId="0" sldId="439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53.482" v="995"/>
        <pc:sldMkLst>
          <pc:docMk/>
          <pc:sldMk cId="0" sldId="440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58.466" v="996"/>
        <pc:sldMkLst>
          <pc:docMk/>
          <pc:sldMk cId="0" sldId="441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7:27.964" v="981"/>
        <pc:sldMkLst>
          <pc:docMk/>
          <pc:sldMk cId="0" sldId="442"/>
        </pc:sldMkLst>
      </pc:sldChg>
      <pc:sldChg chg="addSp delSp modSp">
        <pc:chgData name="Dolores Cuadra Fernández" userId="S::dolores.cuadra@urjc.es::3973a3dd-a11e-44c1-9158-1b4a8d8c39da" providerId="AD" clId="Web-{000C3FEF-55C4-45B4-B733-AC21007BB98E}" dt="2021-03-02T20:26:39.395" v="1195" actId="14100"/>
        <pc:sldMkLst>
          <pc:docMk/>
          <pc:sldMk cId="0" sldId="443"/>
        </pc:sldMkLst>
        <pc:spChg chg="mod">
          <ac:chgData name="Dolores Cuadra Fernández" userId="S::dolores.cuadra@urjc.es::3973a3dd-a11e-44c1-9158-1b4a8d8c39da" providerId="AD" clId="Web-{000C3FEF-55C4-45B4-B733-AC21007BB98E}" dt="2021-03-02T20:25:26.955" v="1187" actId="20577"/>
          <ac:spMkLst>
            <pc:docMk/>
            <pc:sldMk cId="0" sldId="443"/>
            <ac:spMk id="2" creationId="{00000000-0000-0000-0000-000000000000}"/>
          </ac:spMkLst>
        </pc:spChg>
        <pc:picChg chg="del">
          <ac:chgData name="Dolores Cuadra Fernández" userId="S::dolores.cuadra@urjc.es::3973a3dd-a11e-44c1-9158-1b4a8d8c39da" providerId="AD" clId="Web-{000C3FEF-55C4-45B4-B733-AC21007BB98E}" dt="2021-03-02T20:25:28.143" v="1188"/>
          <ac:picMkLst>
            <pc:docMk/>
            <pc:sldMk cId="0" sldId="443"/>
            <ac:picMk id="3" creationId="{6C51BD48-FD8E-45FC-BCBC-84CBA5B659EF}"/>
          </ac:picMkLst>
        </pc:picChg>
        <pc:picChg chg="add mod">
          <ac:chgData name="Dolores Cuadra Fernández" userId="S::dolores.cuadra@urjc.es::3973a3dd-a11e-44c1-9158-1b4a8d8c39da" providerId="AD" clId="Web-{000C3FEF-55C4-45B4-B733-AC21007BB98E}" dt="2021-03-02T20:25:45.393" v="1192" actId="1076"/>
          <ac:picMkLst>
            <pc:docMk/>
            <pc:sldMk cId="0" sldId="443"/>
            <ac:picMk id="4" creationId="{374E33A4-9E17-48D4-8579-D9E5237838D8}"/>
          </ac:picMkLst>
        </pc:picChg>
        <pc:picChg chg="add mod">
          <ac:chgData name="Dolores Cuadra Fernández" userId="S::dolores.cuadra@urjc.es::3973a3dd-a11e-44c1-9158-1b4a8d8c39da" providerId="AD" clId="Web-{000C3FEF-55C4-45B4-B733-AC21007BB98E}" dt="2021-03-02T20:26:39.395" v="1195" actId="14100"/>
          <ac:picMkLst>
            <pc:docMk/>
            <pc:sldMk cId="0" sldId="443"/>
            <ac:picMk id="6" creationId="{3F2DBF22-93DD-4042-A6B5-DBD32C3A29AA}"/>
          </ac:picMkLst>
        </pc:picChg>
        <pc:picChg chg="del">
          <ac:chgData name="Dolores Cuadra Fernández" userId="S::dolores.cuadra@urjc.es::3973a3dd-a11e-44c1-9158-1b4a8d8c39da" providerId="AD" clId="Web-{000C3FEF-55C4-45B4-B733-AC21007BB98E}" dt="2021-03-02T20:24:26.173" v="1184"/>
          <ac:picMkLst>
            <pc:docMk/>
            <pc:sldMk cId="0" sldId="443"/>
            <ac:picMk id="12" creationId="{98E46E2A-73CD-45FF-AD0D-E519190FF895}"/>
          </ac:picMkLst>
        </pc:picChg>
      </pc:sldChg>
      <pc:sldChg chg="addSp delSp modSp mod setBg">
        <pc:chgData name="Dolores Cuadra Fernández" userId="S::dolores.cuadra@urjc.es::3973a3dd-a11e-44c1-9158-1b4a8d8c39da" providerId="AD" clId="Web-{000C3FEF-55C4-45B4-B733-AC21007BB98E}" dt="2021-03-02T20:32:07.605" v="1343" actId="14100"/>
        <pc:sldMkLst>
          <pc:docMk/>
          <pc:sldMk cId="0" sldId="444"/>
        </pc:sldMkLst>
        <pc:spChg chg="mod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Dolores Cuadra Fernández" userId="S::dolores.cuadra@urjc.es::3973a3dd-a11e-44c1-9158-1b4a8d8c39da" providerId="AD" clId="Web-{000C3FEF-55C4-45B4-B733-AC21007BB98E}" dt="2021-03-02T20:32:07.605" v="1343" actId="14100"/>
          <ac:spMkLst>
            <pc:docMk/>
            <pc:sldMk cId="0" sldId="444"/>
            <ac:spMk id="7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23" creationId="{00000000-0000-0000-0000-000000000000}"/>
          </ac:spMkLst>
        </pc:spChg>
        <pc:spChg chg="add del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28" creationId="{2550BE34-C2B8-49B8-8519-67A8CAD51AE9}"/>
          </ac:spMkLst>
        </pc:spChg>
        <pc:spChg chg="add del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30" creationId="{A7457DD9-5A45-400A-AB4B-4B4EDECA25F1}"/>
          </ac:spMkLst>
        </pc:spChg>
        <pc:spChg chg="add del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32" creationId="{441CF7D6-A660-431A-B0BB-140A0D5556B6}"/>
          </ac:spMkLst>
        </pc:spChg>
        <pc:spChg chg="add del">
          <ac:chgData name="Dolores Cuadra Fernández" userId="S::dolores.cuadra@urjc.es::3973a3dd-a11e-44c1-9158-1b4a8d8c39da" providerId="AD" clId="Web-{000C3FEF-55C4-45B4-B733-AC21007BB98E}" dt="2021-03-02T20:28:39.913" v="1203"/>
          <ac:spMkLst>
            <pc:docMk/>
            <pc:sldMk cId="0" sldId="444"/>
            <ac:spMk id="34" creationId="{0570A85B-3810-4F95-97B0-CBF4CCDB381C}"/>
          </ac:spMkLst>
        </pc:spChg>
        <pc:picChg chg="add mod">
          <ac:chgData name="Dolores Cuadra Fernández" userId="S::dolores.cuadra@urjc.es::3973a3dd-a11e-44c1-9158-1b4a8d8c39da" providerId="AD" clId="Web-{000C3FEF-55C4-45B4-B733-AC21007BB98E}" dt="2021-03-02T20:28:48.741" v="1204" actId="1076"/>
          <ac:picMkLst>
            <pc:docMk/>
            <pc:sldMk cId="0" sldId="444"/>
            <ac:picMk id="3" creationId="{288637C9-CF66-4932-B1CD-6EDF75797E53}"/>
          </ac:picMkLst>
        </pc:picChg>
      </pc:sldChg>
      <pc:sldChg chg="addSp modSp">
        <pc:chgData name="Dolores Cuadra Fernández" userId="S::dolores.cuadra@urjc.es::3973a3dd-a11e-44c1-9158-1b4a8d8c39da" providerId="AD" clId="Web-{000C3FEF-55C4-45B4-B733-AC21007BB98E}" dt="2021-03-02T20:36:54.487" v="1459" actId="14100"/>
        <pc:sldMkLst>
          <pc:docMk/>
          <pc:sldMk cId="0" sldId="445"/>
        </pc:sldMkLst>
        <pc:spChg chg="mod">
          <ac:chgData name="Dolores Cuadra Fernández" userId="S::dolores.cuadra@urjc.es::3973a3dd-a11e-44c1-9158-1b4a8d8c39da" providerId="AD" clId="Web-{000C3FEF-55C4-45B4-B733-AC21007BB98E}" dt="2021-03-02T20:36:49.127" v="1458" actId="1076"/>
          <ac:spMkLst>
            <pc:docMk/>
            <pc:sldMk cId="0" sldId="445"/>
            <ac:spMk id="7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32:43.872" v="1344" actId="1076"/>
          <ac:spMkLst>
            <pc:docMk/>
            <pc:sldMk cId="0" sldId="445"/>
            <ac:spMk id="23" creationId="{00000000-0000-0000-0000-000000000000}"/>
          </ac:spMkLst>
        </pc:spChg>
        <pc:picChg chg="add mod">
          <ac:chgData name="Dolores Cuadra Fernández" userId="S::dolores.cuadra@urjc.es::3973a3dd-a11e-44c1-9158-1b4a8d8c39da" providerId="AD" clId="Web-{000C3FEF-55C4-45B4-B733-AC21007BB98E}" dt="2021-03-02T20:36:54.487" v="1459" actId="14100"/>
          <ac:picMkLst>
            <pc:docMk/>
            <pc:sldMk cId="0" sldId="445"/>
            <ac:picMk id="3" creationId="{40904C5D-BF09-4BD5-B44F-8A42ACFFD75C}"/>
          </ac:picMkLst>
        </pc:picChg>
      </pc:sldChg>
      <pc:sldChg chg="del">
        <pc:chgData name="Dolores Cuadra Fernández" userId="S::dolores.cuadra@urjc.es::3973a3dd-a11e-44c1-9158-1b4a8d8c39da" providerId="AD" clId="Web-{000C3FEF-55C4-45B4-B733-AC21007BB98E}" dt="2021-03-02T20:37:34.566" v="1460"/>
        <pc:sldMkLst>
          <pc:docMk/>
          <pc:sldMk cId="0" sldId="446"/>
        </pc:sldMkLst>
      </pc:sldChg>
      <pc:sldChg chg="modSp">
        <pc:chgData name="Dolores Cuadra Fernández" userId="S::dolores.cuadra@urjc.es::3973a3dd-a11e-44c1-9158-1b4a8d8c39da" providerId="AD" clId="Web-{000C3FEF-55C4-45B4-B733-AC21007BB98E}" dt="2021-03-02T20:37:56.425" v="1461" actId="1076"/>
        <pc:sldMkLst>
          <pc:docMk/>
          <pc:sldMk cId="0" sldId="447"/>
        </pc:sldMkLst>
        <pc:spChg chg="mod">
          <ac:chgData name="Dolores Cuadra Fernández" userId="S::dolores.cuadra@urjc.es::3973a3dd-a11e-44c1-9158-1b4a8d8c39da" providerId="AD" clId="Web-{000C3FEF-55C4-45B4-B733-AC21007BB98E}" dt="2021-03-02T20:37:56.425" v="1461" actId="1076"/>
          <ac:spMkLst>
            <pc:docMk/>
            <pc:sldMk cId="0" sldId="447"/>
            <ac:spMk id="23" creationId="{00000000-0000-0000-0000-000000000000}"/>
          </ac:spMkLst>
        </pc:spChg>
      </pc:sldChg>
      <pc:sldChg chg="del">
        <pc:chgData name="Dolores Cuadra Fernández" userId="S::dolores.cuadra@urjc.es::3973a3dd-a11e-44c1-9158-1b4a8d8c39da" providerId="AD" clId="Web-{000C3FEF-55C4-45B4-B733-AC21007BB98E}" dt="2021-03-02T19:58:25.481" v="988"/>
        <pc:sldMkLst>
          <pc:docMk/>
          <pc:sldMk cId="3022516431" sldId="492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13.137" v="986"/>
        <pc:sldMkLst>
          <pc:docMk/>
          <pc:sldMk cId="2048370272" sldId="493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8:21.200" v="987"/>
        <pc:sldMkLst>
          <pc:docMk/>
          <pc:sldMk cId="760049834" sldId="494"/>
        </pc:sldMkLst>
      </pc:sldChg>
      <pc:sldChg chg="addSp delSp modSp">
        <pc:chgData name="Dolores Cuadra Fernández" userId="S::dolores.cuadra@urjc.es::3973a3dd-a11e-44c1-9158-1b4a8d8c39da" providerId="AD" clId="Web-{000C3FEF-55C4-45B4-B733-AC21007BB98E}" dt="2021-03-02T19:53:26.162" v="978" actId="20577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000C3FEF-55C4-45B4-B733-AC21007BB98E}" dt="2021-03-02T19:41:11.630" v="669" actId="1076"/>
          <ac:spMkLst>
            <pc:docMk/>
            <pc:sldMk cId="993144657" sldId="495"/>
            <ac:spMk id="4" creationId="{16978F53-D373-424F-A3D0-F322B7719B67}"/>
          </ac:spMkLst>
        </pc:spChg>
        <pc:spChg chg="add del mod">
          <ac:chgData name="Dolores Cuadra Fernández" userId="S::dolores.cuadra@urjc.es::3973a3dd-a11e-44c1-9158-1b4a8d8c39da" providerId="AD" clId="Web-{000C3FEF-55C4-45B4-B733-AC21007BB98E}" dt="2021-03-02T19:47:07.622" v="754"/>
          <ac:spMkLst>
            <pc:docMk/>
            <pc:sldMk cId="993144657" sldId="495"/>
            <ac:spMk id="5" creationId="{41E24801-F065-4A26-A7B9-42A4008CC767}"/>
          </ac:spMkLst>
        </pc:spChg>
        <pc:spChg chg="del">
          <ac:chgData name="Dolores Cuadra Fernández" userId="S::dolores.cuadra@urjc.es::3973a3dd-a11e-44c1-9158-1b4a8d8c39da" providerId="AD" clId="Web-{000C3FEF-55C4-45B4-B733-AC21007BB98E}" dt="2021-03-02T19:24:17.748" v="419"/>
          <ac:spMkLst>
            <pc:docMk/>
            <pc:sldMk cId="993144657" sldId="495"/>
            <ac:spMk id="9" creationId="{41B4B663-9080-426C-A78A-97726568A45E}"/>
          </ac:spMkLst>
        </pc:spChg>
        <pc:spChg chg="del mod">
          <ac:chgData name="Dolores Cuadra Fernández" userId="S::dolores.cuadra@urjc.es::3973a3dd-a11e-44c1-9158-1b4a8d8c39da" providerId="AD" clId="Web-{000C3FEF-55C4-45B4-B733-AC21007BB98E}" dt="2021-03-02T19:24:21.435" v="420"/>
          <ac:spMkLst>
            <pc:docMk/>
            <pc:sldMk cId="993144657" sldId="495"/>
            <ac:spMk id="10" creationId="{022EA286-F7DD-4639-AFBE-E15424D3EC4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52:15.879" v="945" actId="20577"/>
          <ac:spMkLst>
            <pc:docMk/>
            <pc:sldMk cId="993144657" sldId="495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52:19.442" v="946" actId="1076"/>
          <ac:spMkLst>
            <pc:docMk/>
            <pc:sldMk cId="993144657" sldId="495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53:26.162" v="978" actId="20577"/>
          <ac:spMkLst>
            <pc:docMk/>
            <pc:sldMk cId="993144657" sldId="495"/>
            <ac:spMk id="18" creationId="{E002362C-B421-4EF0-AA51-8B065780455A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4:39.654" v="427" actId="20577"/>
          <ac:spMkLst>
            <pc:docMk/>
            <pc:sldMk cId="993144657" sldId="495"/>
            <ac:spMk id="23" creationId="{00000000-0000-0000-0000-000000000000}"/>
          </ac:spMkLst>
        </pc:spChg>
        <pc:picChg chg="del mod">
          <ac:chgData name="Dolores Cuadra Fernández" userId="S::dolores.cuadra@urjc.es::3973a3dd-a11e-44c1-9158-1b4a8d8c39da" providerId="AD" clId="Web-{000C3FEF-55C4-45B4-B733-AC21007BB98E}" dt="2021-03-02T19:24:23.310" v="421"/>
          <ac:picMkLst>
            <pc:docMk/>
            <pc:sldMk cId="993144657" sldId="495"/>
            <ac:picMk id="3" creationId="{7D99DAC0-615D-4852-9AFE-0A1459F195D2}"/>
          </ac:picMkLst>
        </pc:picChg>
      </pc:sldChg>
      <pc:sldChg chg="del">
        <pc:chgData name="Dolores Cuadra Fernández" userId="S::dolores.cuadra@urjc.es::3973a3dd-a11e-44c1-9158-1b4a8d8c39da" providerId="AD" clId="Web-{000C3FEF-55C4-45B4-B733-AC21007BB98E}" dt="2021-03-02T19:58:48.013" v="993"/>
        <pc:sldMkLst>
          <pc:docMk/>
          <pc:sldMk cId="3868182944" sldId="496"/>
        </pc:sldMkLst>
      </pc:sldChg>
      <pc:sldChg chg="del">
        <pc:chgData name="Dolores Cuadra Fernández" userId="S::dolores.cuadra@urjc.es::3973a3dd-a11e-44c1-9158-1b4a8d8c39da" providerId="AD" clId="Web-{000C3FEF-55C4-45B4-B733-AC21007BB98E}" dt="2021-03-02T19:57:31.371" v="982"/>
        <pc:sldMkLst>
          <pc:docMk/>
          <pc:sldMk cId="414915281" sldId="497"/>
        </pc:sldMkLst>
      </pc:sldChg>
      <pc:sldChg chg="modSp">
        <pc:chgData name="Dolores Cuadra Fernández" userId="S::dolores.cuadra@urjc.es::3973a3dd-a11e-44c1-9158-1b4a8d8c39da" providerId="AD" clId="Web-{000C3FEF-55C4-45B4-B733-AC21007BB98E}" dt="2021-03-02T19:17:30.754" v="397" actId="20577"/>
        <pc:sldMkLst>
          <pc:docMk/>
          <pc:sldMk cId="1004937467" sldId="524"/>
        </pc:sldMkLst>
        <pc:spChg chg="mod">
          <ac:chgData name="Dolores Cuadra Fernández" userId="S::dolores.cuadra@urjc.es::3973a3dd-a11e-44c1-9158-1b4a8d8c39da" providerId="AD" clId="Web-{000C3FEF-55C4-45B4-B733-AC21007BB98E}" dt="2021-03-02T19:17:30.754" v="397" actId="20577"/>
          <ac:spMkLst>
            <pc:docMk/>
            <pc:sldMk cId="1004937467" sldId="524"/>
            <ac:spMk id="5" creationId="{5FEA0655-5C18-4480-9204-32926304ABCB}"/>
          </ac:spMkLst>
        </pc:spChg>
        <pc:picChg chg="mod">
          <ac:chgData name="Dolores Cuadra Fernández" userId="S::dolores.cuadra@urjc.es::3973a3dd-a11e-44c1-9158-1b4a8d8c39da" providerId="AD" clId="Web-{000C3FEF-55C4-45B4-B733-AC21007BB98E}" dt="2021-03-02T19:12:20.591" v="385" actId="14100"/>
          <ac:picMkLst>
            <pc:docMk/>
            <pc:sldMk cId="1004937467" sldId="524"/>
            <ac:picMk id="4" creationId="{52482A54-4026-41B9-9A2D-029B16BF184B}"/>
          </ac:picMkLst>
        </pc:picChg>
      </pc:sldChg>
      <pc:sldChg chg="modSp">
        <pc:chgData name="Dolores Cuadra Fernández" userId="S::dolores.cuadra@urjc.es::3973a3dd-a11e-44c1-9158-1b4a8d8c39da" providerId="AD" clId="Web-{000C3FEF-55C4-45B4-B733-AC21007BB98E}" dt="2021-03-02T20:17:26.773" v="1167" actId="20577"/>
        <pc:sldMkLst>
          <pc:docMk/>
          <pc:sldMk cId="1046410554" sldId="525"/>
        </pc:sldMkLst>
        <pc:spChg chg="mod">
          <ac:chgData name="Dolores Cuadra Fernández" userId="S::dolores.cuadra@urjc.es::3973a3dd-a11e-44c1-9158-1b4a8d8c39da" providerId="AD" clId="Web-{000C3FEF-55C4-45B4-B733-AC21007BB98E}" dt="2021-03-02T20:14:34.800" v="1082" actId="1076"/>
          <ac:spMkLst>
            <pc:docMk/>
            <pc:sldMk cId="1046410554" sldId="525"/>
            <ac:spMk id="9" creationId="{D44D6E9D-73E0-4928-AB40-34B226D17DBF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4:32.831" v="1081" actId="1076"/>
          <ac:spMkLst>
            <pc:docMk/>
            <pc:sldMk cId="1046410554" sldId="525"/>
            <ac:spMk id="10" creationId="{2059065E-E85A-4A35-9FD4-E87CDED0F102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4:08.175" v="1080" actId="1076"/>
          <ac:spMkLst>
            <pc:docMk/>
            <pc:sldMk cId="1046410554" sldId="525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7:26.773" v="1167" actId="20577"/>
          <ac:spMkLst>
            <pc:docMk/>
            <pc:sldMk cId="1046410554" sldId="525"/>
            <ac:spMk id="18" creationId="{E002362C-B421-4EF0-AA51-8B065780455A}"/>
          </ac:spMkLst>
        </pc:spChg>
        <pc:picChg chg="mod">
          <ac:chgData name="Dolores Cuadra Fernández" userId="S::dolores.cuadra@urjc.es::3973a3dd-a11e-44c1-9158-1b4a8d8c39da" providerId="AD" clId="Web-{000C3FEF-55C4-45B4-B733-AC21007BB98E}" dt="2021-03-02T18:30:20.260" v="240" actId="1076"/>
          <ac:picMkLst>
            <pc:docMk/>
            <pc:sldMk cId="1046410554" sldId="525"/>
            <ac:picMk id="5" creationId="{1F035A04-9B25-4A51-BE41-AC8AB6216111}"/>
          </ac:picMkLst>
        </pc:picChg>
      </pc:sldChg>
      <pc:sldChg chg="delSp modSp">
        <pc:chgData name="Dolores Cuadra Fernández" userId="S::dolores.cuadra@urjc.es::3973a3dd-a11e-44c1-9158-1b4a8d8c39da" providerId="AD" clId="Web-{000C3FEF-55C4-45B4-B733-AC21007BB98E}" dt="2021-03-02T20:19:04.228" v="1183" actId="20577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000C3FEF-55C4-45B4-B733-AC21007BB98E}" dt="2021-03-02T18:19:51.448" v="9" actId="20577"/>
          <ac:spMkLst>
            <pc:docMk/>
            <pc:sldMk cId="473911143" sldId="526"/>
            <ac:spMk id="4" creationId="{16978F53-D373-424F-A3D0-F322B7719B67}"/>
          </ac:spMkLst>
        </pc:spChg>
        <pc:spChg chg="del mod">
          <ac:chgData name="Dolores Cuadra Fernández" userId="S::dolores.cuadra@urjc.es::3973a3dd-a11e-44c1-9158-1b4a8d8c39da" providerId="AD" clId="Web-{000C3FEF-55C4-45B4-B733-AC21007BB98E}" dt="2021-03-02T18:23:27.391" v="72"/>
          <ac:spMkLst>
            <pc:docMk/>
            <pc:sldMk cId="473911143" sldId="526"/>
            <ac:spMk id="9" creationId="{41B4B663-9080-426C-A78A-97726568A45E}"/>
          </ac:spMkLst>
        </pc:spChg>
        <pc:spChg chg="del mod">
          <ac:chgData name="Dolores Cuadra Fernández" userId="S::dolores.cuadra@urjc.es::3973a3dd-a11e-44c1-9158-1b4a8d8c39da" providerId="AD" clId="Web-{000C3FEF-55C4-45B4-B733-AC21007BB98E}" dt="2021-03-02T18:23:24.157" v="71"/>
          <ac:spMkLst>
            <pc:docMk/>
            <pc:sldMk cId="473911143" sldId="526"/>
            <ac:spMk id="10" creationId="{022EA286-F7DD-4639-AFBE-E15424D3EC4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9:04.228" v="1183" actId="20577"/>
          <ac:spMkLst>
            <pc:docMk/>
            <pc:sldMk cId="473911143" sldId="526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8:23:07.734" v="69" actId="20577"/>
          <ac:spMkLst>
            <pc:docMk/>
            <pc:sldMk cId="473911143" sldId="526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20:18:21.665" v="1180" actId="20577"/>
          <ac:spMkLst>
            <pc:docMk/>
            <pc:sldMk cId="473911143" sldId="526"/>
            <ac:spMk id="18" creationId="{E002362C-B421-4EF0-AA51-8B065780455A}"/>
          </ac:spMkLst>
        </pc:spChg>
        <pc:picChg chg="del">
          <ac:chgData name="Dolores Cuadra Fernández" userId="S::dolores.cuadra@urjc.es::3973a3dd-a11e-44c1-9158-1b4a8d8c39da" providerId="AD" clId="Web-{000C3FEF-55C4-45B4-B733-AC21007BB98E}" dt="2021-03-02T18:23:30.219" v="73"/>
          <ac:picMkLst>
            <pc:docMk/>
            <pc:sldMk cId="473911143" sldId="526"/>
            <ac:picMk id="3" creationId="{7D99DAC0-615D-4852-9AFE-0A1459F195D2}"/>
          </ac:picMkLst>
        </pc:picChg>
      </pc:sldChg>
      <pc:sldChg chg="modSp add replId">
        <pc:chgData name="Dolores Cuadra Fernández" userId="S::dolores.cuadra@urjc.es::3973a3dd-a11e-44c1-9158-1b4a8d8c39da" providerId="AD" clId="Web-{000C3FEF-55C4-45B4-B733-AC21007BB98E}" dt="2021-03-02T19:57:55.824" v="983" actId="20577"/>
        <pc:sldMkLst>
          <pc:docMk/>
          <pc:sldMk cId="59982092" sldId="527"/>
        </pc:sldMkLst>
        <pc:spChg chg="mod">
          <ac:chgData name="Dolores Cuadra Fernández" userId="S::dolores.cuadra@urjc.es::3973a3dd-a11e-44c1-9158-1b4a8d8c39da" providerId="AD" clId="Web-{000C3FEF-55C4-45B4-B733-AC21007BB98E}" dt="2021-03-02T19:02:36.531" v="287"/>
          <ac:spMkLst>
            <pc:docMk/>
            <pc:sldMk cId="59982092" sldId="527"/>
            <ac:spMk id="4" creationId="{16978F53-D373-424F-A3D0-F322B7719B67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11:40.730" v="380" actId="20577"/>
          <ac:spMkLst>
            <pc:docMk/>
            <pc:sldMk cId="59982092" sldId="527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06:04.442" v="374"/>
          <ac:spMkLst>
            <pc:docMk/>
            <pc:sldMk cId="59982092" sldId="527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57:55.824" v="983" actId="20577"/>
          <ac:spMkLst>
            <pc:docMk/>
            <pc:sldMk cId="59982092" sldId="527"/>
            <ac:spMk id="18" creationId="{E002362C-B421-4EF0-AA51-8B065780455A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8:32:26.497" v="273" actId="20577"/>
          <ac:spMkLst>
            <pc:docMk/>
            <pc:sldMk cId="59982092" sldId="527"/>
            <ac:spMk id="23" creationId="{00000000-0000-0000-0000-000000000000}"/>
          </ac:spMkLst>
        </pc:spChg>
      </pc:sldChg>
      <pc:sldChg chg="delSp modSp add replId">
        <pc:chgData name="Dolores Cuadra Fernández" userId="S::dolores.cuadra@urjc.es::3973a3dd-a11e-44c1-9158-1b4a8d8c39da" providerId="AD" clId="Web-{000C3FEF-55C4-45B4-B733-AC21007BB98E}" dt="2021-03-02T19:54:21.382" v="980"/>
        <pc:sldMkLst>
          <pc:docMk/>
          <pc:sldMk cId="801120230" sldId="528"/>
        </pc:sldMkLst>
        <pc:spChg chg="del mod">
          <ac:chgData name="Dolores Cuadra Fernández" userId="S::dolores.cuadra@urjc.es::3973a3dd-a11e-44c1-9158-1b4a8d8c39da" providerId="AD" clId="Web-{000C3FEF-55C4-45B4-B733-AC21007BB98E}" dt="2021-03-02T19:54:21.382" v="980"/>
          <ac:spMkLst>
            <pc:docMk/>
            <pc:sldMk cId="801120230" sldId="528"/>
            <ac:spMk id="4" creationId="{16978F53-D373-424F-A3D0-F322B7719B67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4:56.327" v="431" actId="1076"/>
          <ac:spMkLst>
            <pc:docMk/>
            <pc:sldMk cId="801120230" sldId="528"/>
            <ac:spMk id="9" creationId="{41B4B663-9080-426C-A78A-97726568A45E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4:50.826" v="429" actId="1076"/>
          <ac:spMkLst>
            <pc:docMk/>
            <pc:sldMk cId="801120230" sldId="528"/>
            <ac:spMk id="10" creationId="{022EA286-F7DD-4639-AFBE-E15424D3EC4D}"/>
          </ac:spMkLst>
        </pc:spChg>
        <pc:spChg chg="del">
          <ac:chgData name="Dolores Cuadra Fernández" userId="S::dolores.cuadra@urjc.es::3973a3dd-a11e-44c1-9158-1b4a8d8c39da" providerId="AD" clId="Web-{000C3FEF-55C4-45B4-B733-AC21007BB98E}" dt="2021-03-02T19:22:14.026" v="405"/>
          <ac:spMkLst>
            <pc:docMk/>
            <pc:sldMk cId="801120230" sldId="528"/>
            <ac:spMk id="14" creationId="{58D7C744-B84A-46A0-8385-4AE854507011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5:22.030" v="442" actId="1076"/>
          <ac:spMkLst>
            <pc:docMk/>
            <pc:sldMk cId="801120230" sldId="528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34:03.245" v="610" actId="20577"/>
          <ac:spMkLst>
            <pc:docMk/>
            <pc:sldMk cId="801120230" sldId="528"/>
            <ac:spMk id="18" creationId="{E002362C-B421-4EF0-AA51-8B065780455A}"/>
          </ac:spMkLst>
        </pc:spChg>
        <pc:spChg chg="mod">
          <ac:chgData name="Dolores Cuadra Fernández" userId="S::dolores.cuadra@urjc.es::3973a3dd-a11e-44c1-9158-1b4a8d8c39da" providerId="AD" clId="Web-{000C3FEF-55C4-45B4-B733-AC21007BB98E}" dt="2021-03-02T19:25:11.264" v="439" actId="1076"/>
          <ac:spMkLst>
            <pc:docMk/>
            <pc:sldMk cId="801120230" sldId="528"/>
            <ac:spMk id="23" creationId="{00000000-0000-0000-0000-000000000000}"/>
          </ac:spMkLst>
        </pc:spChg>
        <pc:picChg chg="mod">
          <ac:chgData name="Dolores Cuadra Fernández" userId="S::dolores.cuadra@urjc.es::3973a3dd-a11e-44c1-9158-1b4a8d8c39da" providerId="AD" clId="Web-{000C3FEF-55C4-45B4-B733-AC21007BB98E}" dt="2021-03-02T19:53:59.100" v="979" actId="1076"/>
          <ac:picMkLst>
            <pc:docMk/>
            <pc:sldMk cId="801120230" sldId="528"/>
            <ac:picMk id="3" creationId="{7D99DAC0-615D-4852-9AFE-0A1459F195D2}"/>
          </ac:picMkLst>
        </pc:picChg>
      </pc:sldChg>
    </pc:docChg>
  </pc:docChgLst>
  <pc:docChgLst>
    <pc:chgData name="Sofía Bayona Beriso" userId="S::sofia.bayona@urjc.es::ba16056a-013c-4e1f-bc8c-2474eae41335" providerId="AD" clId="Web-{B4D6A6B5-665A-4FF3-B228-3B61F9689292}"/>
    <pc:docChg chg="addSld delSld modSld">
      <pc:chgData name="Sofía Bayona Beriso" userId="S::sofia.bayona@urjc.es::ba16056a-013c-4e1f-bc8c-2474eae41335" providerId="AD" clId="Web-{B4D6A6B5-665A-4FF3-B228-3B61F9689292}" dt="2020-03-03T14:31:26.519" v="530" actId="20577"/>
      <pc:docMkLst>
        <pc:docMk/>
      </pc:docMkLst>
      <pc:sldChg chg="addSp delSp modSp">
        <pc:chgData name="Sofía Bayona Beriso" userId="S::sofia.bayona@urjc.es::ba16056a-013c-4e1f-bc8c-2474eae41335" providerId="AD" clId="Web-{B4D6A6B5-665A-4FF3-B228-3B61F9689292}" dt="2020-03-03T14:17:42.126" v="6" actId="20577"/>
        <pc:sldMkLst>
          <pc:docMk/>
          <pc:sldMk cId="0" sldId="372"/>
        </pc:sldMkLst>
        <pc:spChg chg="mod">
          <ac:chgData name="Sofía Bayona Beriso" userId="S::sofia.bayona@urjc.es::ba16056a-013c-4e1f-bc8c-2474eae41335" providerId="AD" clId="Web-{B4D6A6B5-665A-4FF3-B228-3B61F9689292}" dt="2020-03-03T14:17:42.126" v="6" actId="20577"/>
          <ac:spMkLst>
            <pc:docMk/>
            <pc:sldMk cId="0" sldId="372"/>
            <ac:spMk id="2" creationId="{00000000-0000-0000-0000-000000000000}"/>
          </ac:spMkLst>
        </pc:spChg>
        <pc:picChg chg="add del mod">
          <ac:chgData name="Sofía Bayona Beriso" userId="S::sofia.bayona@urjc.es::ba16056a-013c-4e1f-bc8c-2474eae41335" providerId="AD" clId="Web-{B4D6A6B5-665A-4FF3-B228-3B61F9689292}" dt="2020-03-03T14:17:26.579" v="1"/>
          <ac:picMkLst>
            <pc:docMk/>
            <pc:sldMk cId="0" sldId="372"/>
            <ac:picMk id="5" creationId="{A6523A05-C1CE-4E34-8095-96D4F3261742}"/>
          </ac:picMkLst>
        </pc:picChg>
      </pc:sldChg>
      <pc:sldChg chg="modSp">
        <pc:chgData name="Sofía Bayona Beriso" userId="S::sofia.bayona@urjc.es::ba16056a-013c-4e1f-bc8c-2474eae41335" providerId="AD" clId="Web-{B4D6A6B5-665A-4FF3-B228-3B61F9689292}" dt="2020-03-03T14:29:59.238" v="378" actId="20577"/>
        <pc:sldMkLst>
          <pc:docMk/>
          <pc:sldMk cId="0" sldId="392"/>
        </pc:sldMkLst>
        <pc:spChg chg="mod">
          <ac:chgData name="Sofía Bayona Beriso" userId="S::sofia.bayona@urjc.es::ba16056a-013c-4e1f-bc8c-2474eae41335" providerId="AD" clId="Web-{B4D6A6B5-665A-4FF3-B228-3B61F9689292}" dt="2020-03-03T14:29:59.238" v="378" actId="20577"/>
          <ac:spMkLst>
            <pc:docMk/>
            <pc:sldMk cId="0" sldId="392"/>
            <ac:spMk id="614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9:22.425" v="363" actId="20577"/>
        <pc:sldMkLst>
          <pc:docMk/>
          <pc:sldMk cId="0" sldId="393"/>
        </pc:sldMkLst>
        <pc:spChg chg="mod">
          <ac:chgData name="Sofía Bayona Beriso" userId="S::sofia.bayona@urjc.es::ba16056a-013c-4e1f-bc8c-2474eae41335" providerId="AD" clId="Web-{B4D6A6B5-665A-4FF3-B228-3B61F9689292}" dt="2020-03-03T14:29:22.425" v="363" actId="20577"/>
          <ac:spMkLst>
            <pc:docMk/>
            <pc:sldMk cId="0" sldId="393"/>
            <ac:spMk id="614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9:40.113" v="370" actId="20577"/>
        <pc:sldMkLst>
          <pc:docMk/>
          <pc:sldMk cId="0" sldId="394"/>
        </pc:sldMkLst>
        <pc:spChg chg="mod">
          <ac:chgData name="Sofía Bayona Beriso" userId="S::sofia.bayona@urjc.es::ba16056a-013c-4e1f-bc8c-2474eae41335" providerId="AD" clId="Web-{B4D6A6B5-665A-4FF3-B228-3B61F9689292}" dt="2020-03-03T14:29:40.113" v="370" actId="20577"/>
          <ac:spMkLst>
            <pc:docMk/>
            <pc:sldMk cId="0" sldId="394"/>
            <ac:spMk id="614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9:46.363" v="372" actId="20577"/>
        <pc:sldMkLst>
          <pc:docMk/>
          <pc:sldMk cId="0" sldId="395"/>
        </pc:sldMkLst>
        <pc:spChg chg="mod">
          <ac:chgData name="Sofía Bayona Beriso" userId="S::sofia.bayona@urjc.es::ba16056a-013c-4e1f-bc8c-2474eae41335" providerId="AD" clId="Web-{B4D6A6B5-665A-4FF3-B228-3B61F9689292}" dt="2020-03-03T14:29:46.363" v="372" actId="20577"/>
          <ac:spMkLst>
            <pc:docMk/>
            <pc:sldMk cId="0" sldId="395"/>
            <ac:spMk id="614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0:48.345" v="125" actId="20577"/>
        <pc:sldMkLst>
          <pc:docMk/>
          <pc:sldMk cId="0" sldId="478"/>
        </pc:sldMkLst>
        <pc:spChg chg="mod">
          <ac:chgData name="Sofía Bayona Beriso" userId="S::sofia.bayona@urjc.es::ba16056a-013c-4e1f-bc8c-2474eae41335" providerId="AD" clId="Web-{B4D6A6B5-665A-4FF3-B228-3B61F9689292}" dt="2020-03-03T14:20:48.345" v="125" actId="20577"/>
          <ac:spMkLst>
            <pc:docMk/>
            <pc:sldMk cId="0" sldId="478"/>
            <ac:spMk id="17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0:38.439" v="117" actId="20577"/>
        <pc:sldMkLst>
          <pc:docMk/>
          <pc:sldMk cId="0" sldId="479"/>
        </pc:sldMkLst>
        <pc:spChg chg="mod">
          <ac:chgData name="Sofía Bayona Beriso" userId="S::sofia.bayona@urjc.es::ba16056a-013c-4e1f-bc8c-2474eae41335" providerId="AD" clId="Web-{B4D6A6B5-665A-4FF3-B228-3B61F9689292}" dt="2020-03-03T14:20:38.439" v="117" actId="20577"/>
          <ac:spMkLst>
            <pc:docMk/>
            <pc:sldMk cId="0" sldId="479"/>
            <ac:spMk id="17" creationId="{00000000-0000-0000-0000-000000000000}"/>
          </ac:spMkLst>
        </pc:spChg>
      </pc:sldChg>
      <pc:sldChg chg="del">
        <pc:chgData name="Sofía Bayona Beriso" userId="S::sofia.bayona@urjc.es::ba16056a-013c-4e1f-bc8c-2474eae41335" providerId="AD" clId="Web-{B4D6A6B5-665A-4FF3-B228-3B61F9689292}" dt="2020-03-03T14:20:52.767" v="127"/>
        <pc:sldMkLst>
          <pc:docMk/>
          <pc:sldMk cId="0" sldId="480"/>
        </pc:sldMkLst>
      </pc:sldChg>
      <pc:sldChg chg="del">
        <pc:chgData name="Sofía Bayona Beriso" userId="S::sofia.bayona@urjc.es::ba16056a-013c-4e1f-bc8c-2474eae41335" providerId="AD" clId="Web-{B4D6A6B5-665A-4FF3-B228-3B61F9689292}" dt="2020-03-03T14:20:53.908" v="128"/>
        <pc:sldMkLst>
          <pc:docMk/>
          <pc:sldMk cId="0" sldId="481"/>
        </pc:sldMkLst>
      </pc:sldChg>
      <pc:sldChg chg="del">
        <pc:chgData name="Sofía Bayona Beriso" userId="S::sofia.bayona@urjc.es::ba16056a-013c-4e1f-bc8c-2474eae41335" providerId="AD" clId="Web-{B4D6A6B5-665A-4FF3-B228-3B61F9689292}" dt="2020-03-03T14:20:55.955" v="129"/>
        <pc:sldMkLst>
          <pc:docMk/>
          <pc:sldMk cId="0" sldId="482"/>
        </pc:sldMkLst>
      </pc:sldChg>
      <pc:sldChg chg="addSp delSp modSp">
        <pc:chgData name="Sofía Bayona Beriso" userId="S::sofia.bayona@urjc.es::ba16056a-013c-4e1f-bc8c-2474eae41335" providerId="AD" clId="Web-{B4D6A6B5-665A-4FF3-B228-3B61F9689292}" dt="2020-03-03T14:21:47.752" v="173" actId="1076"/>
        <pc:sldMkLst>
          <pc:docMk/>
          <pc:sldMk cId="0" sldId="483"/>
        </pc:sldMkLst>
        <pc:spChg chg="add del mod">
          <ac:chgData name="Sofía Bayona Beriso" userId="S::sofia.bayona@urjc.es::ba16056a-013c-4e1f-bc8c-2474eae41335" providerId="AD" clId="Web-{B4D6A6B5-665A-4FF3-B228-3B61F9689292}" dt="2020-03-03T14:21:37.283" v="168" actId="20577"/>
          <ac:spMkLst>
            <pc:docMk/>
            <pc:sldMk cId="0" sldId="483"/>
            <ac:spMk id="3" creationId="{00000000-0000-0000-0000-000000000000}"/>
          </ac:spMkLst>
        </pc:spChg>
        <pc:picChg chg="add del mod">
          <ac:chgData name="Sofía Bayona Beriso" userId="S::sofia.bayona@urjc.es::ba16056a-013c-4e1f-bc8c-2474eae41335" providerId="AD" clId="Web-{B4D6A6B5-665A-4FF3-B228-3B61F9689292}" dt="2020-03-03T14:21:17.017" v="136"/>
          <ac:picMkLst>
            <pc:docMk/>
            <pc:sldMk cId="0" sldId="483"/>
            <ac:picMk id="5" creationId="{4B913C78-8FC1-4987-978E-67DE20810099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1:08.064" v="133"/>
          <ac:picMkLst>
            <pc:docMk/>
            <pc:sldMk cId="0" sldId="483"/>
            <ac:picMk id="6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1:47.752" v="173" actId="1076"/>
          <ac:picMkLst>
            <pc:docMk/>
            <pc:sldMk cId="0" sldId="483"/>
            <ac:picMk id="8" creationId="{F2F16166-08F6-49E7-929A-15B7BC82AFB7}"/>
          </ac:picMkLst>
        </pc:picChg>
      </pc:sldChg>
      <pc:sldChg chg="addSp delSp modSp">
        <pc:chgData name="Sofía Bayona Beriso" userId="S::sofia.bayona@urjc.es::ba16056a-013c-4e1f-bc8c-2474eae41335" providerId="AD" clId="Web-{B4D6A6B5-665A-4FF3-B228-3B61F9689292}" dt="2020-03-03T14:26:21.300" v="267" actId="1076"/>
        <pc:sldMkLst>
          <pc:docMk/>
          <pc:sldMk cId="0" sldId="484"/>
        </pc:sldMkLst>
        <pc:spChg chg="del">
          <ac:chgData name="Sofía Bayona Beriso" userId="S::sofia.bayona@urjc.es::ba16056a-013c-4e1f-bc8c-2474eae41335" providerId="AD" clId="Web-{B4D6A6B5-665A-4FF3-B228-3B61F9689292}" dt="2020-03-03T14:22:05.424" v="180"/>
          <ac:spMkLst>
            <pc:docMk/>
            <pc:sldMk cId="0" sldId="484"/>
            <ac:spMk id="5" creationId="{00000000-0000-0000-0000-000000000000}"/>
          </ac:spMkLst>
        </pc:spChg>
        <pc:spChg chg="del">
          <ac:chgData name="Sofía Bayona Beriso" userId="S::sofia.bayona@urjc.es::ba16056a-013c-4e1f-bc8c-2474eae41335" providerId="AD" clId="Web-{B4D6A6B5-665A-4FF3-B228-3B61F9689292}" dt="2020-03-03T14:22:05.424" v="177"/>
          <ac:spMkLst>
            <pc:docMk/>
            <pc:sldMk cId="0" sldId="484"/>
            <ac:spMk id="8" creationId="{00000000-0000-0000-0000-000000000000}"/>
          </ac:spMkLst>
        </pc:spChg>
        <pc:spChg chg="del">
          <ac:chgData name="Sofía Bayona Beriso" userId="S::sofia.bayona@urjc.es::ba16056a-013c-4e1f-bc8c-2474eae41335" providerId="AD" clId="Web-{B4D6A6B5-665A-4FF3-B228-3B61F9689292}" dt="2020-03-03T14:22:05.408" v="174"/>
          <ac:spMkLst>
            <pc:docMk/>
            <pc:sldMk cId="0" sldId="484"/>
            <ac:spMk id="11" creationId="{00000000-0000-0000-0000-000000000000}"/>
          </ac:spMkLst>
        </pc:spChg>
        <pc:spChg chg="mod">
          <ac:chgData name="Sofía Bayona Beriso" userId="S::sofia.bayona@urjc.es::ba16056a-013c-4e1f-bc8c-2474eae41335" providerId="AD" clId="Web-{B4D6A6B5-665A-4FF3-B228-3B61F9689292}" dt="2020-03-03T14:23:22.986" v="207" actId="20577"/>
          <ac:spMkLst>
            <pc:docMk/>
            <pc:sldMk cId="0" sldId="484"/>
            <ac:spMk id="13" creationId="{00000000-0000-0000-0000-000000000000}"/>
          </ac:spMkLst>
        </pc:spChg>
        <pc:picChg chg="del">
          <ac:chgData name="Sofía Bayona Beriso" userId="S::sofia.bayona@urjc.es::ba16056a-013c-4e1f-bc8c-2474eae41335" providerId="AD" clId="Web-{B4D6A6B5-665A-4FF3-B228-3B61F9689292}" dt="2020-03-03T14:22:05.424" v="179"/>
          <ac:picMkLst>
            <pc:docMk/>
            <pc:sldMk cId="0" sldId="484"/>
            <ac:picMk id="6" creationId="{00000000-0000-0000-0000-000000000000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2:05.424" v="178"/>
          <ac:picMkLst>
            <pc:docMk/>
            <pc:sldMk cId="0" sldId="484"/>
            <ac:picMk id="7" creationId="{00000000-0000-0000-0000-000000000000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2:05.424" v="176"/>
          <ac:picMkLst>
            <pc:docMk/>
            <pc:sldMk cId="0" sldId="484"/>
            <ac:picMk id="9" creationId="{00000000-0000-0000-0000-000000000000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2:05.424" v="175"/>
          <ac:picMkLst>
            <pc:docMk/>
            <pc:sldMk cId="0" sldId="484"/>
            <ac:picMk id="10" creationId="{00000000-0000-0000-0000-000000000000}"/>
          </ac:picMkLst>
        </pc:picChg>
        <pc:picChg chg="del">
          <ac:chgData name="Sofía Bayona Beriso" userId="S::sofia.bayona@urjc.es::ba16056a-013c-4e1f-bc8c-2474eae41335" providerId="AD" clId="Web-{B4D6A6B5-665A-4FF3-B228-3B61F9689292}" dt="2020-03-03T14:22:07.783" v="181"/>
          <ac:picMkLst>
            <pc:docMk/>
            <pc:sldMk cId="0" sldId="484"/>
            <ac:picMk id="12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2:46.158" v="190" actId="14100"/>
          <ac:picMkLst>
            <pc:docMk/>
            <pc:sldMk cId="0" sldId="484"/>
            <ac:picMk id="14" creationId="{CF861DC4-E44D-401C-A9FF-4AFB471EA249}"/>
          </ac:picMkLst>
        </pc:picChg>
        <pc:picChg chg="add del mod">
          <ac:chgData name="Sofía Bayona Beriso" userId="S::sofia.bayona@urjc.es::ba16056a-013c-4e1f-bc8c-2474eae41335" providerId="AD" clId="Web-{B4D6A6B5-665A-4FF3-B228-3B61F9689292}" dt="2020-03-03T14:22:43.533" v="188"/>
          <ac:picMkLst>
            <pc:docMk/>
            <pc:sldMk cId="0" sldId="484"/>
            <ac:picMk id="16" creationId="{EAF5BDF2-259F-4339-866F-136F95FF83BA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3:00.877" v="192" actId="1076"/>
          <ac:picMkLst>
            <pc:docMk/>
            <pc:sldMk cId="0" sldId="484"/>
            <ac:picMk id="18" creationId="{6C6881D6-816A-4C8C-9DDA-B7CBE30477A3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21.300" v="267" actId="1076"/>
          <ac:picMkLst>
            <pc:docMk/>
            <pc:sldMk cId="0" sldId="484"/>
            <ac:picMk id="20" creationId="{D7E4796C-24C3-4E9B-8FB6-8C6F8A3185F7}"/>
          </ac:picMkLst>
        </pc:picChg>
      </pc:sldChg>
      <pc:sldChg chg="addSp delSp modSp">
        <pc:chgData name="Sofía Bayona Beriso" userId="S::sofia.bayona@urjc.es::ba16056a-013c-4e1f-bc8c-2474eae41335" providerId="AD" clId="Web-{B4D6A6B5-665A-4FF3-B228-3B61F9689292}" dt="2020-03-03T14:26:16.128" v="265" actId="1076"/>
        <pc:sldMkLst>
          <pc:docMk/>
          <pc:sldMk cId="0" sldId="485"/>
        </pc:sldMkLst>
        <pc:spChg chg="mod">
          <ac:chgData name="Sofía Bayona Beriso" userId="S::sofia.bayona@urjc.es::ba16056a-013c-4e1f-bc8c-2474eae41335" providerId="AD" clId="Web-{B4D6A6B5-665A-4FF3-B228-3B61F9689292}" dt="2020-03-03T14:24:00.783" v="220" actId="20577"/>
          <ac:spMkLst>
            <pc:docMk/>
            <pc:sldMk cId="0" sldId="485"/>
            <ac:spMk id="6" creationId="{00000000-0000-0000-0000-000000000000}"/>
          </ac:spMkLst>
        </pc:spChg>
        <pc:picChg chg="del">
          <ac:chgData name="Sofía Bayona Beriso" userId="S::sofia.bayona@urjc.es::ba16056a-013c-4e1f-bc8c-2474eae41335" providerId="AD" clId="Web-{B4D6A6B5-665A-4FF3-B228-3B61F9689292}" dt="2020-03-03T14:23:30.346" v="209"/>
          <ac:picMkLst>
            <pc:docMk/>
            <pc:sldMk cId="0" sldId="485"/>
            <ac:picMk id="5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3:40.096" v="213" actId="1076"/>
          <ac:picMkLst>
            <pc:docMk/>
            <pc:sldMk cId="0" sldId="485"/>
            <ac:picMk id="7" creationId="{382F4B84-30F5-4166-9935-3FAA1734A5DB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3:48.940" v="215" actId="1076"/>
          <ac:picMkLst>
            <pc:docMk/>
            <pc:sldMk cId="0" sldId="485"/>
            <ac:picMk id="9" creationId="{41F5E9A6-B0BF-4512-829A-5265FDBCD2B8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16.128" v="265" actId="1076"/>
          <ac:picMkLst>
            <pc:docMk/>
            <pc:sldMk cId="0" sldId="485"/>
            <ac:picMk id="11" creationId="{D56260EA-1140-4F9F-84E2-263A6AC81289}"/>
          </ac:picMkLst>
        </pc:picChg>
      </pc:sldChg>
      <pc:sldChg chg="modSp">
        <pc:chgData name="Sofía Bayona Beriso" userId="S::sofia.bayona@urjc.es::ba16056a-013c-4e1f-bc8c-2474eae41335" providerId="AD" clId="Web-{B4D6A6B5-665A-4FF3-B228-3B61F9689292}" dt="2020-03-03T14:24:49.909" v="246" actId="14100"/>
        <pc:sldMkLst>
          <pc:docMk/>
          <pc:sldMk cId="0" sldId="486"/>
        </pc:sldMkLst>
        <pc:spChg chg="mod">
          <ac:chgData name="Sofía Bayona Beriso" userId="S::sofia.bayona@urjc.es::ba16056a-013c-4e1f-bc8c-2474eae41335" providerId="AD" clId="Web-{B4D6A6B5-665A-4FF3-B228-3B61F9689292}" dt="2020-03-03T14:24:49.909" v="246" actId="14100"/>
          <ac:spMkLst>
            <pc:docMk/>
            <pc:sldMk cId="0" sldId="486"/>
            <ac:spMk id="5" creationId="{00000000-0000-0000-0000-000000000000}"/>
          </ac:spMkLst>
        </pc:spChg>
      </pc:sldChg>
      <pc:sldChg chg="modSp">
        <pc:chgData name="Sofía Bayona Beriso" userId="S::sofia.bayona@urjc.es::ba16056a-013c-4e1f-bc8c-2474eae41335" providerId="AD" clId="Web-{B4D6A6B5-665A-4FF3-B228-3B61F9689292}" dt="2020-03-03T14:25:18.018" v="253" actId="1076"/>
        <pc:sldMkLst>
          <pc:docMk/>
          <pc:sldMk cId="0" sldId="487"/>
        </pc:sldMkLst>
        <pc:spChg chg="mod">
          <ac:chgData name="Sofía Bayona Beriso" userId="S::sofia.bayona@urjc.es::ba16056a-013c-4e1f-bc8c-2474eae41335" providerId="AD" clId="Web-{B4D6A6B5-665A-4FF3-B228-3B61F9689292}" dt="2020-03-03T14:25:18.018" v="253" actId="1076"/>
          <ac:spMkLst>
            <pc:docMk/>
            <pc:sldMk cId="0" sldId="487"/>
            <ac:spMk id="5" creationId="{00000000-0000-0000-0000-000000000000}"/>
          </ac:spMkLst>
        </pc:spChg>
      </pc:sldChg>
      <pc:sldChg chg="addSp delSp modSp">
        <pc:chgData name="Sofía Bayona Beriso" userId="S::sofia.bayona@urjc.es::ba16056a-013c-4e1f-bc8c-2474eae41335" providerId="AD" clId="Web-{B4D6A6B5-665A-4FF3-B228-3B61F9689292}" dt="2020-03-03T14:26:09.096" v="263" actId="1076"/>
        <pc:sldMkLst>
          <pc:docMk/>
          <pc:sldMk cId="0" sldId="488"/>
        </pc:sldMkLst>
        <pc:picChg chg="del">
          <ac:chgData name="Sofía Bayona Beriso" userId="S::sofia.bayona@urjc.es::ba16056a-013c-4e1f-bc8c-2474eae41335" providerId="AD" clId="Web-{B4D6A6B5-665A-4FF3-B228-3B61F9689292}" dt="2020-03-03T14:25:26.862" v="254"/>
          <ac:picMkLst>
            <pc:docMk/>
            <pc:sldMk cId="0" sldId="488"/>
            <ac:picMk id="6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5:45.237" v="259" actId="14100"/>
          <ac:picMkLst>
            <pc:docMk/>
            <pc:sldMk cId="0" sldId="488"/>
            <ac:picMk id="7" creationId="{8201966F-50ED-4D91-A609-1E61D65D1513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5:58.878" v="261" actId="1076"/>
          <ac:picMkLst>
            <pc:docMk/>
            <pc:sldMk cId="0" sldId="488"/>
            <ac:picMk id="9" creationId="{0659F17E-4EE4-49E0-BD65-32FD2096F89C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09.096" v="263" actId="1076"/>
          <ac:picMkLst>
            <pc:docMk/>
            <pc:sldMk cId="0" sldId="488"/>
            <ac:picMk id="11" creationId="{7131C142-D93F-425F-BA10-D015227C931B}"/>
          </ac:picMkLst>
        </pc:picChg>
      </pc:sldChg>
      <pc:sldChg chg="addSp delSp modSp">
        <pc:chgData name="Sofía Bayona Beriso" userId="S::sofia.bayona@urjc.es::ba16056a-013c-4e1f-bc8c-2474eae41335" providerId="AD" clId="Web-{B4D6A6B5-665A-4FF3-B228-3B61F9689292}" dt="2020-03-03T14:27:07.206" v="278" actId="1076"/>
        <pc:sldMkLst>
          <pc:docMk/>
          <pc:sldMk cId="0" sldId="489"/>
        </pc:sldMkLst>
        <pc:spChg chg="del">
          <ac:chgData name="Sofía Bayona Beriso" userId="S::sofia.bayona@urjc.es::ba16056a-013c-4e1f-bc8c-2474eae41335" providerId="AD" clId="Web-{B4D6A6B5-665A-4FF3-B228-3B61F9689292}" dt="2020-03-03T14:26:33.893" v="269"/>
          <ac:spMkLst>
            <pc:docMk/>
            <pc:sldMk cId="0" sldId="489"/>
            <ac:spMk id="5" creationId="{00000000-0000-0000-0000-000000000000}"/>
          </ac:spMkLst>
        </pc:spChg>
        <pc:picChg chg="del">
          <ac:chgData name="Sofía Bayona Beriso" userId="S::sofia.bayona@urjc.es::ba16056a-013c-4e1f-bc8c-2474eae41335" providerId="AD" clId="Web-{B4D6A6B5-665A-4FF3-B228-3B61F9689292}" dt="2020-03-03T14:26:31.690" v="268"/>
          <ac:picMkLst>
            <pc:docMk/>
            <pc:sldMk cId="0" sldId="489"/>
            <ac:picMk id="6" creationId="{00000000-0000-0000-0000-000000000000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47.331" v="274" actId="14100"/>
          <ac:picMkLst>
            <pc:docMk/>
            <pc:sldMk cId="0" sldId="489"/>
            <ac:picMk id="7" creationId="{E55FD5C7-A816-4243-8165-5D4F7EC676C6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6:56.987" v="276" actId="1076"/>
          <ac:picMkLst>
            <pc:docMk/>
            <pc:sldMk cId="0" sldId="489"/>
            <ac:picMk id="9" creationId="{CA5FF0E8-DA22-4419-88B7-7D59B6AF9411}"/>
          </ac:picMkLst>
        </pc:picChg>
        <pc:picChg chg="add mod">
          <ac:chgData name="Sofía Bayona Beriso" userId="S::sofia.bayona@urjc.es::ba16056a-013c-4e1f-bc8c-2474eae41335" providerId="AD" clId="Web-{B4D6A6B5-665A-4FF3-B228-3B61F9689292}" dt="2020-03-03T14:27:07.206" v="278" actId="1076"/>
          <ac:picMkLst>
            <pc:docMk/>
            <pc:sldMk cId="0" sldId="489"/>
            <ac:picMk id="11" creationId="{7E5EA21D-3261-4A75-B426-1BAB495DD580}"/>
          </ac:picMkLst>
        </pc:picChg>
      </pc:sldChg>
      <pc:sldChg chg="modSp">
        <pc:chgData name="Sofía Bayona Beriso" userId="S::sofia.bayona@urjc.es::ba16056a-013c-4e1f-bc8c-2474eae41335" providerId="AD" clId="Web-{B4D6A6B5-665A-4FF3-B228-3B61F9689292}" dt="2020-03-03T14:27:34.628" v="287" actId="20577"/>
        <pc:sldMkLst>
          <pc:docMk/>
          <pc:sldMk cId="0" sldId="490"/>
        </pc:sldMkLst>
        <pc:spChg chg="mod">
          <ac:chgData name="Sofía Bayona Beriso" userId="S::sofia.bayona@urjc.es::ba16056a-013c-4e1f-bc8c-2474eae41335" providerId="AD" clId="Web-{B4D6A6B5-665A-4FF3-B228-3B61F9689292}" dt="2020-03-03T14:27:34.628" v="287" actId="20577"/>
          <ac:spMkLst>
            <pc:docMk/>
            <pc:sldMk cId="0" sldId="490"/>
            <ac:spMk id="5" creationId="{00000000-0000-0000-0000-000000000000}"/>
          </ac:spMkLst>
        </pc:spChg>
      </pc:sldChg>
      <pc:sldChg chg="addSp delSp modSp new">
        <pc:chgData name="Sofía Bayona Beriso" userId="S::sofia.bayona@urjc.es::ba16056a-013c-4e1f-bc8c-2474eae41335" providerId="AD" clId="Web-{B4D6A6B5-665A-4FF3-B228-3B61F9689292}" dt="2020-03-03T14:18:43.517" v="62" actId="20577"/>
        <pc:sldMkLst>
          <pc:docMk/>
          <pc:sldMk cId="1070510077" sldId="508"/>
        </pc:sldMkLst>
        <pc:spChg chg="mod">
          <ac:chgData name="Sofía Bayona Beriso" userId="S::sofia.bayona@urjc.es::ba16056a-013c-4e1f-bc8c-2474eae41335" providerId="AD" clId="Web-{B4D6A6B5-665A-4FF3-B228-3B61F9689292}" dt="2020-03-03T14:18:18.141" v="13" actId="20577"/>
          <ac:spMkLst>
            <pc:docMk/>
            <pc:sldMk cId="1070510077" sldId="508"/>
            <ac:spMk id="2" creationId="{EDC3CEC0-7442-45A1-BBF7-FE42E7924A89}"/>
          </ac:spMkLst>
        </pc:spChg>
        <pc:spChg chg="mod">
          <ac:chgData name="Sofía Bayona Beriso" userId="S::sofia.bayona@urjc.es::ba16056a-013c-4e1f-bc8c-2474eae41335" providerId="AD" clId="Web-{B4D6A6B5-665A-4FF3-B228-3B61F9689292}" dt="2020-03-03T14:18:43.517" v="62" actId="20577"/>
          <ac:spMkLst>
            <pc:docMk/>
            <pc:sldMk cId="1070510077" sldId="508"/>
            <ac:spMk id="3" creationId="{951917E6-E969-4978-A3B0-83233C7F8FC2}"/>
          </ac:spMkLst>
        </pc:spChg>
        <pc:picChg chg="add del mod">
          <ac:chgData name="Sofía Bayona Beriso" userId="S::sofia.bayona@urjc.es::ba16056a-013c-4e1f-bc8c-2474eae41335" providerId="AD" clId="Web-{B4D6A6B5-665A-4FF3-B228-3B61F9689292}" dt="2020-03-03T14:18:09.220" v="11"/>
          <ac:picMkLst>
            <pc:docMk/>
            <pc:sldMk cId="1070510077" sldId="508"/>
            <ac:picMk id="5" creationId="{0CB40B37-C8A2-4D03-8716-C22613484D5D}"/>
          </ac:picMkLst>
        </pc:picChg>
      </pc:sldChg>
      <pc:sldChg chg="add del replId">
        <pc:chgData name="Sofía Bayona Beriso" userId="S::sofia.bayona@urjc.es::ba16056a-013c-4e1f-bc8c-2474eae41335" providerId="AD" clId="Web-{B4D6A6B5-665A-4FF3-B228-3B61F9689292}" dt="2020-03-03T14:26:39.268" v="271"/>
        <pc:sldMkLst>
          <pc:docMk/>
          <pc:sldMk cId="1232457081" sldId="509"/>
        </pc:sldMkLst>
      </pc:sldChg>
      <pc:sldChg chg="modSp new">
        <pc:chgData name="Sofía Bayona Beriso" userId="S::sofia.bayona@urjc.es::ba16056a-013c-4e1f-bc8c-2474eae41335" providerId="AD" clId="Web-{B4D6A6B5-665A-4FF3-B228-3B61F9689292}" dt="2020-03-03T14:31:26.519" v="529" actId="20577"/>
        <pc:sldMkLst>
          <pc:docMk/>
          <pc:sldMk cId="3130902136" sldId="509"/>
        </pc:sldMkLst>
        <pc:spChg chg="mod">
          <ac:chgData name="Sofía Bayona Beriso" userId="S::sofia.bayona@urjc.es::ba16056a-013c-4e1f-bc8c-2474eae41335" providerId="AD" clId="Web-{B4D6A6B5-665A-4FF3-B228-3B61F9689292}" dt="2020-03-03T14:28:00.487" v="292" actId="20577"/>
          <ac:spMkLst>
            <pc:docMk/>
            <pc:sldMk cId="3130902136" sldId="509"/>
            <ac:spMk id="2" creationId="{E11E16A0-571D-4919-A57C-5131C3A2E9AE}"/>
          </ac:spMkLst>
        </pc:spChg>
        <pc:spChg chg="mod">
          <ac:chgData name="Sofía Bayona Beriso" userId="S::sofia.bayona@urjc.es::ba16056a-013c-4e1f-bc8c-2474eae41335" providerId="AD" clId="Web-{B4D6A6B5-665A-4FF3-B228-3B61F9689292}" dt="2020-03-03T14:31:26.519" v="529" actId="20577"/>
          <ac:spMkLst>
            <pc:docMk/>
            <pc:sldMk cId="3130902136" sldId="509"/>
            <ac:spMk id="3" creationId="{2389225E-EBB4-4304-BF7A-552B44C0DBDD}"/>
          </ac:spMkLst>
        </pc:spChg>
      </pc:sldChg>
      <pc:sldChg chg="modSp new">
        <pc:chgData name="Sofía Bayona Beriso" userId="S::sofia.bayona@urjc.es::ba16056a-013c-4e1f-bc8c-2474eae41335" providerId="AD" clId="Web-{B4D6A6B5-665A-4FF3-B228-3B61F9689292}" dt="2020-03-03T14:29:13.066" v="356" actId="20577"/>
        <pc:sldMkLst>
          <pc:docMk/>
          <pc:sldMk cId="496068274" sldId="510"/>
        </pc:sldMkLst>
        <pc:spChg chg="mod">
          <ac:chgData name="Sofía Bayona Beriso" userId="S::sofia.bayona@urjc.es::ba16056a-013c-4e1f-bc8c-2474eae41335" providerId="AD" clId="Web-{B4D6A6B5-665A-4FF3-B228-3B61F9689292}" dt="2020-03-03T14:28:41.566" v="331" actId="20577"/>
          <ac:spMkLst>
            <pc:docMk/>
            <pc:sldMk cId="496068274" sldId="510"/>
            <ac:spMk id="2" creationId="{32B27A18-312D-4170-AAF0-020DEBE8D87B}"/>
          </ac:spMkLst>
        </pc:spChg>
        <pc:spChg chg="mod">
          <ac:chgData name="Sofía Bayona Beriso" userId="S::sofia.bayona@urjc.es::ba16056a-013c-4e1f-bc8c-2474eae41335" providerId="AD" clId="Web-{B4D6A6B5-665A-4FF3-B228-3B61F9689292}" dt="2020-03-03T14:29:13.066" v="356" actId="20577"/>
          <ac:spMkLst>
            <pc:docMk/>
            <pc:sldMk cId="496068274" sldId="510"/>
            <ac:spMk id="3" creationId="{4BACC0D1-B7B5-4463-9102-1D8425684C80}"/>
          </ac:spMkLst>
        </pc:spChg>
      </pc:sldChg>
    </pc:docChg>
  </pc:docChgLst>
  <pc:docChgLst>
    <pc:chgData name="etsii subdireccion.oa" userId="S::etsii.subdireccion.oa@urjc.es::172d4a83-4cd0-47f1-a2b7-8e2e04debd23" providerId="AD" clId="Web-{F31DD0DC-EA95-4293-069F-6EE48BF8C52D}"/>
    <pc:docChg chg="modSld">
      <pc:chgData name="etsii subdireccion.oa" userId="S::etsii.subdireccion.oa@urjc.es::172d4a83-4cd0-47f1-a2b7-8e2e04debd23" providerId="AD" clId="Web-{F31DD0DC-EA95-4293-069F-6EE48BF8C52D}" dt="2025-02-25T06:45:08.161" v="1" actId="20577"/>
      <pc:docMkLst>
        <pc:docMk/>
      </pc:docMkLst>
      <pc:sldChg chg="modSp modCm">
        <pc:chgData name="etsii subdireccion.oa" userId="S::etsii.subdireccion.oa@urjc.es::172d4a83-4cd0-47f1-a2b7-8e2e04debd23" providerId="AD" clId="Web-{F31DD0DC-EA95-4293-069F-6EE48BF8C52D}" dt="2025-02-25T06:45:08.161" v="1" actId="20577"/>
        <pc:sldMkLst>
          <pc:docMk/>
          <pc:sldMk cId="3908869793" sldId="616"/>
        </pc:sldMkLst>
        <pc:spChg chg="mod">
          <ac:chgData name="etsii subdireccion.oa" userId="S::etsii.subdireccion.oa@urjc.es::172d4a83-4cd0-47f1-a2b7-8e2e04debd23" providerId="AD" clId="Web-{F31DD0DC-EA95-4293-069F-6EE48BF8C52D}" dt="2025-02-25T06:45:08.161" v="1" actId="20577"/>
          <ac:spMkLst>
            <pc:docMk/>
            <pc:sldMk cId="3908869793" sldId="616"/>
            <ac:spMk id="3" creationId="{951917E6-E969-4978-A3B0-83233C7F8FC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tsii subdireccion.oa" userId="S::etsii.subdireccion.oa@urjc.es::172d4a83-4cd0-47f1-a2b7-8e2e04debd23" providerId="AD" clId="Web-{F31DD0DC-EA95-4293-069F-6EE48BF8C52D}" dt="2025-02-25T06:45:08.161" v="1" actId="20577"/>
              <pc2:cmMkLst xmlns:pc2="http://schemas.microsoft.com/office/powerpoint/2019/9/main/command">
                <pc:docMk/>
                <pc:sldMk cId="3908869793" sldId="616"/>
                <pc2:cmMk id="{B1E57869-1418-4236-B4A0-19B12928A2D5}"/>
              </pc2:cmMkLst>
            </pc226:cmChg>
          </p:ext>
        </pc:extLst>
      </pc:sldChg>
    </pc:docChg>
  </pc:docChgLst>
  <pc:docChgLst>
    <pc:chgData name="José Manuel Colmenar Verdugo" userId="1341788d-c510-45da-88a0-2a771a4f318a" providerId="ADAL" clId="{E21605D0-AD07-B94F-8D61-D5B35661A428}"/>
    <pc:docChg chg="custSel delSld modSld sldOrd">
      <pc:chgData name="José Manuel Colmenar Verdugo" userId="1341788d-c510-45da-88a0-2a771a4f318a" providerId="ADAL" clId="{E21605D0-AD07-B94F-8D61-D5B35661A428}" dt="2021-03-04T15:32:51.654" v="216" actId="2696"/>
      <pc:docMkLst>
        <pc:docMk/>
      </pc:docMkLst>
      <pc:sldChg chg="modSp mod">
        <pc:chgData name="José Manuel Colmenar Verdugo" userId="1341788d-c510-45da-88a0-2a771a4f318a" providerId="ADAL" clId="{E21605D0-AD07-B94F-8D61-D5B35661A428}" dt="2021-03-04T15:16:15.245" v="31" actId="20577"/>
        <pc:sldMkLst>
          <pc:docMk/>
          <pc:sldMk cId="0" sldId="311"/>
        </pc:sldMkLst>
        <pc:spChg chg="mod">
          <ac:chgData name="José Manuel Colmenar Verdugo" userId="1341788d-c510-45da-88a0-2a771a4f318a" providerId="ADAL" clId="{E21605D0-AD07-B94F-8D61-D5B35661A428}" dt="2021-03-04T15:16:15.245" v="31" actId="20577"/>
          <ac:spMkLst>
            <pc:docMk/>
            <pc:sldMk cId="0" sldId="311"/>
            <ac:spMk id="17" creationId="{00000000-0000-0000-0000-000000000000}"/>
          </ac:spMkLst>
        </pc:spChg>
      </pc:sldChg>
      <pc:sldChg chg="ord">
        <pc:chgData name="José Manuel Colmenar Verdugo" userId="1341788d-c510-45da-88a0-2a771a4f318a" providerId="ADAL" clId="{E21605D0-AD07-B94F-8D61-D5B35661A428}" dt="2021-03-04T15:17:07.508" v="32" actId="20578"/>
        <pc:sldMkLst>
          <pc:docMk/>
          <pc:sldMk cId="0" sldId="332"/>
        </pc:sldMkLst>
      </pc:sldChg>
      <pc:sldChg chg="addSp modSp mod">
        <pc:chgData name="José Manuel Colmenar Verdugo" userId="1341788d-c510-45da-88a0-2a771a4f318a" providerId="ADAL" clId="{E21605D0-AD07-B94F-8D61-D5B35661A428}" dt="2021-03-04T15:15:53.418" v="27" actId="1035"/>
        <pc:sldMkLst>
          <pc:docMk/>
          <pc:sldMk cId="0" sldId="372"/>
        </pc:sldMkLst>
        <pc:spChg chg="mod">
          <ac:chgData name="José Manuel Colmenar Verdugo" userId="1341788d-c510-45da-88a0-2a771a4f318a" providerId="ADAL" clId="{E21605D0-AD07-B94F-8D61-D5B35661A428}" dt="2021-03-04T15:15:53.418" v="27" actId="1035"/>
          <ac:spMkLst>
            <pc:docMk/>
            <pc:sldMk cId="0" sldId="372"/>
            <ac:spMk id="2" creationId="{00000000-0000-0000-0000-000000000000}"/>
          </ac:spMkLst>
        </pc:spChg>
        <pc:spChg chg="mod">
          <ac:chgData name="José Manuel Colmenar Verdugo" userId="1341788d-c510-45da-88a0-2a771a4f318a" providerId="ADAL" clId="{E21605D0-AD07-B94F-8D61-D5B35661A428}" dt="2021-03-04T15:15:53.418" v="27" actId="1035"/>
          <ac:spMkLst>
            <pc:docMk/>
            <pc:sldMk cId="0" sldId="372"/>
            <ac:spMk id="3" creationId="{00000000-0000-0000-0000-000000000000}"/>
          </ac:spMkLst>
        </pc:spChg>
        <pc:spChg chg="add mod">
          <ac:chgData name="José Manuel Colmenar Verdugo" userId="1341788d-c510-45da-88a0-2a771a4f318a" providerId="ADAL" clId="{E21605D0-AD07-B94F-8D61-D5B35661A428}" dt="2021-03-04T15:15:42.089" v="3" actId="14861"/>
          <ac:spMkLst>
            <pc:docMk/>
            <pc:sldMk cId="0" sldId="372"/>
            <ac:spMk id="5" creationId="{A0A6F452-59A3-9E48-B0B5-892AFEAC2450}"/>
          </ac:spMkLst>
        </pc:spChg>
      </pc:sldChg>
      <pc:sldChg chg="addSp modSp">
        <pc:chgData name="José Manuel Colmenar Verdugo" userId="1341788d-c510-45da-88a0-2a771a4f318a" providerId="ADAL" clId="{E21605D0-AD07-B94F-8D61-D5B35661A428}" dt="2021-03-04T15:24:05.403" v="210"/>
        <pc:sldMkLst>
          <pc:docMk/>
          <pc:sldMk cId="0" sldId="373"/>
        </pc:sldMkLst>
        <pc:spChg chg="add mod">
          <ac:chgData name="José Manuel Colmenar Verdugo" userId="1341788d-c510-45da-88a0-2a771a4f318a" providerId="ADAL" clId="{E21605D0-AD07-B94F-8D61-D5B35661A428}" dt="2021-03-04T15:24:05.403" v="210"/>
          <ac:spMkLst>
            <pc:docMk/>
            <pc:sldMk cId="0" sldId="373"/>
            <ac:spMk id="5" creationId="{6C8C7A5E-C35E-534E-8A2B-EBC7502B8D7C}"/>
          </ac:spMkLst>
        </pc:spChg>
      </pc:sldChg>
      <pc:sldChg chg="addSp modSp">
        <pc:chgData name="José Manuel Colmenar Verdugo" userId="1341788d-c510-45da-88a0-2a771a4f318a" providerId="ADAL" clId="{E21605D0-AD07-B94F-8D61-D5B35661A428}" dt="2021-03-04T15:27:38.850" v="213"/>
        <pc:sldMkLst>
          <pc:docMk/>
          <pc:sldMk cId="0" sldId="374"/>
        </pc:sldMkLst>
        <pc:spChg chg="add mod">
          <ac:chgData name="José Manuel Colmenar Verdugo" userId="1341788d-c510-45da-88a0-2a771a4f318a" providerId="ADAL" clId="{E21605D0-AD07-B94F-8D61-D5B35661A428}" dt="2021-03-04T15:27:38.850" v="213"/>
          <ac:spMkLst>
            <pc:docMk/>
            <pc:sldMk cId="0" sldId="374"/>
            <ac:spMk id="5" creationId="{F194618B-5AFB-C64A-901F-5500A431BD92}"/>
          </ac:spMkLst>
        </pc:spChg>
      </pc:sldChg>
      <pc:sldChg chg="addSp modSp">
        <pc:chgData name="José Manuel Colmenar Verdugo" userId="1341788d-c510-45da-88a0-2a771a4f318a" providerId="ADAL" clId="{E21605D0-AD07-B94F-8D61-D5B35661A428}" dt="2021-03-04T15:29:09.475" v="215"/>
        <pc:sldMkLst>
          <pc:docMk/>
          <pc:sldMk cId="0" sldId="375"/>
        </pc:sldMkLst>
        <pc:spChg chg="add mod">
          <ac:chgData name="José Manuel Colmenar Verdugo" userId="1341788d-c510-45da-88a0-2a771a4f318a" providerId="ADAL" clId="{E21605D0-AD07-B94F-8D61-D5B35661A428}" dt="2021-03-04T15:29:09.475" v="215"/>
          <ac:spMkLst>
            <pc:docMk/>
            <pc:sldMk cId="0" sldId="375"/>
            <ac:spMk id="5" creationId="{C780594D-13D6-6D43-8149-C323560E2498}"/>
          </ac:spMkLst>
        </pc:spChg>
      </pc:sldChg>
      <pc:sldChg chg="del">
        <pc:chgData name="José Manuel Colmenar Verdugo" userId="1341788d-c510-45da-88a0-2a771a4f318a" providerId="ADAL" clId="{E21605D0-AD07-B94F-8D61-D5B35661A428}" dt="2021-03-04T15:23:45.741" v="209" actId="2696"/>
        <pc:sldMkLst>
          <pc:docMk/>
          <pc:sldMk cId="0" sldId="398"/>
        </pc:sldMkLst>
      </pc:sldChg>
      <pc:sldChg chg="modSp mod">
        <pc:chgData name="José Manuel Colmenar Verdugo" userId="1341788d-c510-45da-88a0-2a771a4f318a" providerId="ADAL" clId="{E21605D0-AD07-B94F-8D61-D5B35661A428}" dt="2021-03-04T15:27:05.657" v="212" actId="20577"/>
        <pc:sldMkLst>
          <pc:docMk/>
          <pc:sldMk cId="3293163001" sldId="507"/>
        </pc:sldMkLst>
        <pc:spChg chg="mod">
          <ac:chgData name="José Manuel Colmenar Verdugo" userId="1341788d-c510-45da-88a0-2a771a4f318a" providerId="ADAL" clId="{E21605D0-AD07-B94F-8D61-D5B35661A428}" dt="2021-03-04T15:27:05.657" v="212" actId="20577"/>
          <ac:spMkLst>
            <pc:docMk/>
            <pc:sldMk cId="3293163001" sldId="507"/>
            <ac:spMk id="4" creationId="{00000000-0000-0000-0000-000000000000}"/>
          </ac:spMkLst>
        </pc:spChg>
      </pc:sldChg>
      <pc:sldChg chg="modSp mod">
        <pc:chgData name="José Manuel Colmenar Verdugo" userId="1341788d-c510-45da-88a0-2a771a4f318a" providerId="ADAL" clId="{E21605D0-AD07-B94F-8D61-D5B35661A428}" dt="2021-03-04T15:23:40.557" v="208" actId="115"/>
        <pc:sldMkLst>
          <pc:docMk/>
          <pc:sldMk cId="1070510077" sldId="508"/>
        </pc:sldMkLst>
        <pc:spChg chg="mod">
          <ac:chgData name="José Manuel Colmenar Verdugo" userId="1341788d-c510-45da-88a0-2a771a4f318a" providerId="ADAL" clId="{E21605D0-AD07-B94F-8D61-D5B35661A428}" dt="2021-03-04T15:18:57.919" v="114" actId="20577"/>
          <ac:spMkLst>
            <pc:docMk/>
            <pc:sldMk cId="1070510077" sldId="508"/>
            <ac:spMk id="2" creationId="{EDC3CEC0-7442-45A1-BBF7-FE42E7924A89}"/>
          </ac:spMkLst>
        </pc:spChg>
        <pc:spChg chg="mod">
          <ac:chgData name="José Manuel Colmenar Verdugo" userId="1341788d-c510-45da-88a0-2a771a4f318a" providerId="ADAL" clId="{E21605D0-AD07-B94F-8D61-D5B35661A428}" dt="2021-03-04T15:23:40.557" v="208" actId="115"/>
          <ac:spMkLst>
            <pc:docMk/>
            <pc:sldMk cId="1070510077" sldId="508"/>
            <ac:spMk id="3" creationId="{951917E6-E969-4978-A3B0-83233C7F8FC2}"/>
          </ac:spMkLst>
        </pc:spChg>
      </pc:sldChg>
      <pc:sldChg chg="modSp mod">
        <pc:chgData name="José Manuel Colmenar Verdugo" userId="1341788d-c510-45da-88a0-2a771a4f318a" providerId="ADAL" clId="{E21605D0-AD07-B94F-8D61-D5B35661A428}" dt="2021-03-04T15:28:04.326" v="214" actId="20577"/>
        <pc:sldMkLst>
          <pc:docMk/>
          <pc:sldMk cId="4114996785" sldId="514"/>
        </pc:sldMkLst>
        <pc:spChg chg="mod">
          <ac:chgData name="José Manuel Colmenar Verdugo" userId="1341788d-c510-45da-88a0-2a771a4f318a" providerId="ADAL" clId="{E21605D0-AD07-B94F-8D61-D5B35661A428}" dt="2021-03-04T15:28:04.326" v="214" actId="20577"/>
          <ac:spMkLst>
            <pc:docMk/>
            <pc:sldMk cId="4114996785" sldId="514"/>
            <ac:spMk id="3" creationId="{00000000-0000-0000-0000-000000000000}"/>
          </ac:spMkLst>
        </pc:spChg>
      </pc:sldChg>
      <pc:sldChg chg="modSp mod">
        <pc:chgData name="José Manuel Colmenar Verdugo" userId="1341788d-c510-45da-88a0-2a771a4f318a" providerId="ADAL" clId="{E21605D0-AD07-B94F-8D61-D5B35661A428}" dt="2021-03-04T15:24:58.949" v="211" actId="113"/>
        <pc:sldMkLst>
          <pc:docMk/>
          <pc:sldMk cId="1688811381" sldId="532"/>
        </pc:sldMkLst>
        <pc:graphicFrameChg chg="modGraphic">
          <ac:chgData name="José Manuel Colmenar Verdugo" userId="1341788d-c510-45da-88a0-2a771a4f318a" providerId="ADAL" clId="{E21605D0-AD07-B94F-8D61-D5B35661A428}" dt="2021-03-04T15:24:58.949" v="211" actId="113"/>
          <ac:graphicFrameMkLst>
            <pc:docMk/>
            <pc:sldMk cId="1688811381" sldId="532"/>
            <ac:graphicFrameMk id="6" creationId="{634BB912-DAF1-4FB9-BFD8-E2BE294D67E0}"/>
          </ac:graphicFrameMkLst>
        </pc:graphicFrameChg>
      </pc:sldChg>
      <pc:sldChg chg="del">
        <pc:chgData name="José Manuel Colmenar Verdugo" userId="1341788d-c510-45da-88a0-2a771a4f318a" providerId="ADAL" clId="{E21605D0-AD07-B94F-8D61-D5B35661A428}" dt="2021-03-04T15:32:51.654" v="216" actId="2696"/>
        <pc:sldMkLst>
          <pc:docMk/>
          <pc:sldMk cId="3880902351" sldId="544"/>
        </pc:sldMkLst>
      </pc:sldChg>
    </pc:docChg>
  </pc:docChgLst>
  <pc:docChgLst>
    <pc:chgData name="Paloma Cáceres García De Marina" userId="S::paloma.caceres@urjc.es::7516f0e2-be62-4205-91e6-1d37ec21b52a" providerId="AD" clId="Web-{2BCADE68-31DC-D165-54D5-1FFFBA81AEB1}"/>
    <pc:docChg chg="delSld modSld">
      <pc:chgData name="Paloma Cáceres García De Marina" userId="S::paloma.caceres@urjc.es::7516f0e2-be62-4205-91e6-1d37ec21b52a" providerId="AD" clId="Web-{2BCADE68-31DC-D165-54D5-1FFFBA81AEB1}" dt="2021-03-04T13:56:15.290" v="51" actId="14100"/>
      <pc:docMkLst>
        <pc:docMk/>
      </pc:docMkLst>
      <pc:sldChg chg="addSp delSp modSp">
        <pc:chgData name="Paloma Cáceres García De Marina" userId="S::paloma.caceres@urjc.es::7516f0e2-be62-4205-91e6-1d37ec21b52a" providerId="AD" clId="Web-{2BCADE68-31DC-D165-54D5-1FFFBA81AEB1}" dt="2021-03-04T13:55:23.430" v="50" actId="20577"/>
        <pc:sldMkLst>
          <pc:docMk/>
          <pc:sldMk cId="3333714996" sldId="498"/>
        </pc:sldMkLst>
        <pc:spChg chg="add mod">
          <ac:chgData name="Paloma Cáceres García De Marina" userId="S::paloma.caceres@urjc.es::7516f0e2-be62-4205-91e6-1d37ec21b52a" providerId="AD" clId="Web-{2BCADE68-31DC-D165-54D5-1FFFBA81AEB1}" dt="2021-03-04T13:48:14.593" v="39" actId="1076"/>
          <ac:spMkLst>
            <pc:docMk/>
            <pc:sldMk cId="3333714996" sldId="498"/>
            <ac:spMk id="4" creationId="{48163399-A2A2-49DA-975D-175046E89331}"/>
          </ac:spMkLst>
        </pc:spChg>
        <pc:spChg chg="add mod">
          <ac:chgData name="Paloma Cáceres García De Marina" userId="S::paloma.caceres@urjc.es::7516f0e2-be62-4205-91e6-1d37ec21b52a" providerId="AD" clId="Web-{2BCADE68-31DC-D165-54D5-1FFFBA81AEB1}" dt="2021-03-04T13:48:14.624" v="40" actId="1076"/>
          <ac:spMkLst>
            <pc:docMk/>
            <pc:sldMk cId="3333714996" sldId="498"/>
            <ac:spMk id="5" creationId="{12B56641-55A8-40FD-91C6-693088A03EEB}"/>
          </ac:spMkLst>
        </pc:spChg>
        <pc:spChg chg="add del mod">
          <ac:chgData name="Paloma Cáceres García De Marina" userId="S::paloma.caceres@urjc.es::7516f0e2-be62-4205-91e6-1d37ec21b52a" providerId="AD" clId="Web-{2BCADE68-31DC-D165-54D5-1FFFBA81AEB1}" dt="2021-03-04T13:46:18.747" v="20"/>
          <ac:spMkLst>
            <pc:docMk/>
            <pc:sldMk cId="3333714996" sldId="498"/>
            <ac:spMk id="7" creationId="{00000000-0000-0000-0000-000000000000}"/>
          </ac:spMkLst>
        </pc:spChg>
        <pc:spChg chg="add mod">
          <ac:chgData name="Paloma Cáceres García De Marina" userId="S::paloma.caceres@urjc.es::7516f0e2-be62-4205-91e6-1d37ec21b52a" providerId="AD" clId="Web-{2BCADE68-31DC-D165-54D5-1FFFBA81AEB1}" dt="2021-03-04T13:48:14.671" v="41" actId="1076"/>
          <ac:spMkLst>
            <pc:docMk/>
            <pc:sldMk cId="3333714996" sldId="498"/>
            <ac:spMk id="10" creationId="{D0D1ECFC-54C0-4FA9-AF4B-D15FA85E6A84}"/>
          </ac:spMkLst>
        </pc:spChg>
        <pc:spChg chg="add mod">
          <ac:chgData name="Paloma Cáceres García De Marina" userId="S::paloma.caceres@urjc.es::7516f0e2-be62-4205-91e6-1d37ec21b52a" providerId="AD" clId="Web-{2BCADE68-31DC-D165-54D5-1FFFBA81AEB1}" dt="2021-03-04T13:55:23.430" v="50" actId="20577"/>
          <ac:spMkLst>
            <pc:docMk/>
            <pc:sldMk cId="3333714996" sldId="498"/>
            <ac:spMk id="11" creationId="{E4C82E61-0D7D-492C-AF4A-6D1D1A8BD4F8}"/>
          </ac:spMkLst>
        </pc:spChg>
        <pc:spChg chg="mod">
          <ac:chgData name="Paloma Cáceres García De Marina" userId="S::paloma.caceres@urjc.es::7516f0e2-be62-4205-91e6-1d37ec21b52a" providerId="AD" clId="Web-{2BCADE68-31DC-D165-54D5-1FFFBA81AEB1}" dt="2021-03-04T13:48:14.546" v="38" actId="1076"/>
          <ac:spMkLst>
            <pc:docMk/>
            <pc:sldMk cId="3333714996" sldId="498"/>
            <ac:spMk id="23" creationId="{00000000-0000-0000-0000-000000000000}"/>
          </ac:spMkLst>
        </pc:spChg>
        <pc:picChg chg="del">
          <ac:chgData name="Paloma Cáceres García De Marina" userId="S::paloma.caceres@urjc.es::7516f0e2-be62-4205-91e6-1d37ec21b52a" providerId="AD" clId="Web-{2BCADE68-31DC-D165-54D5-1FFFBA81AEB1}" dt="2021-03-04T13:43:03.680" v="0"/>
          <ac:picMkLst>
            <pc:docMk/>
            <pc:sldMk cId="3333714996" sldId="498"/>
            <ac:picMk id="3" creationId="{2DAE242F-94D5-47C5-9952-71F60AEC33F9}"/>
          </ac:picMkLst>
        </pc:picChg>
      </pc:sldChg>
      <pc:sldChg chg="delSp modSp">
        <pc:chgData name="Paloma Cáceres García De Marina" userId="S::paloma.caceres@urjc.es::7516f0e2-be62-4205-91e6-1d37ec21b52a" providerId="AD" clId="Web-{2BCADE68-31DC-D165-54D5-1FFFBA81AEB1}" dt="2021-03-04T13:56:15.290" v="51" actId="14100"/>
        <pc:sldMkLst>
          <pc:docMk/>
          <pc:sldMk cId="3187729881" sldId="501"/>
        </pc:sldMkLst>
        <pc:spChg chg="mod">
          <ac:chgData name="Paloma Cáceres García De Marina" userId="S::paloma.caceres@urjc.es::7516f0e2-be62-4205-91e6-1d37ec21b52a" providerId="AD" clId="Web-{2BCADE68-31DC-D165-54D5-1FFFBA81AEB1}" dt="2021-03-04T13:47:36.483" v="34" actId="1076"/>
          <ac:spMkLst>
            <pc:docMk/>
            <pc:sldMk cId="3187729881" sldId="501"/>
            <ac:spMk id="5" creationId="{B514D3D7-4542-4E4E-A359-2D0562C54440}"/>
          </ac:spMkLst>
        </pc:spChg>
        <pc:spChg chg="mod">
          <ac:chgData name="Paloma Cáceres García De Marina" userId="S::paloma.caceres@urjc.es::7516f0e2-be62-4205-91e6-1d37ec21b52a" providerId="AD" clId="Web-{2BCADE68-31DC-D165-54D5-1FFFBA81AEB1}" dt="2021-03-04T13:47:36.483" v="35" actId="1076"/>
          <ac:spMkLst>
            <pc:docMk/>
            <pc:sldMk cId="3187729881" sldId="501"/>
            <ac:spMk id="6" creationId="{1579F8A5-C56D-46CD-B360-9687684A4D6B}"/>
          </ac:spMkLst>
        </pc:spChg>
        <pc:spChg chg="del">
          <ac:chgData name="Paloma Cáceres García De Marina" userId="S::paloma.caceres@urjc.es::7516f0e2-be62-4205-91e6-1d37ec21b52a" providerId="AD" clId="Web-{2BCADE68-31DC-D165-54D5-1FFFBA81AEB1}" dt="2021-03-04T13:46:50.903" v="28"/>
          <ac:spMkLst>
            <pc:docMk/>
            <pc:sldMk cId="3187729881" sldId="501"/>
            <ac:spMk id="7" creationId="{00000000-0000-0000-0000-000000000000}"/>
          </ac:spMkLst>
        </pc:spChg>
        <pc:spChg chg="mod">
          <ac:chgData name="Paloma Cáceres García De Marina" userId="S::paloma.caceres@urjc.es::7516f0e2-be62-4205-91e6-1d37ec21b52a" providerId="AD" clId="Web-{2BCADE68-31DC-D165-54D5-1FFFBA81AEB1}" dt="2021-03-04T13:47:36.498" v="36" actId="1076"/>
          <ac:spMkLst>
            <pc:docMk/>
            <pc:sldMk cId="3187729881" sldId="501"/>
            <ac:spMk id="9" creationId="{16CD52F2-2FBD-450E-9852-A9403FBC9F8D}"/>
          </ac:spMkLst>
        </pc:spChg>
        <pc:spChg chg="mod">
          <ac:chgData name="Paloma Cáceres García De Marina" userId="S::paloma.caceres@urjc.es::7516f0e2-be62-4205-91e6-1d37ec21b52a" providerId="AD" clId="Web-{2BCADE68-31DC-D165-54D5-1FFFBA81AEB1}" dt="2021-03-04T13:56:15.290" v="51" actId="14100"/>
          <ac:spMkLst>
            <pc:docMk/>
            <pc:sldMk cId="3187729881" sldId="501"/>
            <ac:spMk id="10" creationId="{D9E414DB-B017-44DC-A56A-5511C8617518}"/>
          </ac:spMkLst>
        </pc:spChg>
        <pc:spChg chg="del">
          <ac:chgData name="Paloma Cáceres García De Marina" userId="S::paloma.caceres@urjc.es::7516f0e2-be62-4205-91e6-1d37ec21b52a" providerId="AD" clId="Web-{2BCADE68-31DC-D165-54D5-1FFFBA81AEB1}" dt="2021-03-04T13:46:50.919" v="29"/>
          <ac:spMkLst>
            <pc:docMk/>
            <pc:sldMk cId="3187729881" sldId="501"/>
            <ac:spMk id="23" creationId="{00000000-0000-0000-0000-000000000000}"/>
          </ac:spMkLst>
        </pc:spChg>
      </pc:sldChg>
      <pc:sldChg chg="del">
        <pc:chgData name="Paloma Cáceres García De Marina" userId="S::paloma.caceres@urjc.es::7516f0e2-be62-4205-91e6-1d37ec21b52a" providerId="AD" clId="Web-{2BCADE68-31DC-D165-54D5-1FFFBA81AEB1}" dt="2021-03-04T13:43:42.962" v="10"/>
        <pc:sldMkLst>
          <pc:docMk/>
          <pc:sldMk cId="4003986535" sldId="502"/>
        </pc:sldMkLst>
      </pc:sldChg>
      <pc:sldChg chg="modSp">
        <pc:chgData name="Paloma Cáceres García De Marina" userId="S::paloma.caceres@urjc.es::7516f0e2-be62-4205-91e6-1d37ec21b52a" providerId="AD" clId="Web-{2BCADE68-31DC-D165-54D5-1FFFBA81AEB1}" dt="2021-03-04T13:48:24.234" v="44" actId="20577"/>
        <pc:sldMkLst>
          <pc:docMk/>
          <pc:sldMk cId="1140135493" sldId="530"/>
        </pc:sldMkLst>
        <pc:spChg chg="mod">
          <ac:chgData name="Paloma Cáceres García De Marina" userId="S::paloma.caceres@urjc.es::7516f0e2-be62-4205-91e6-1d37ec21b52a" providerId="AD" clId="Web-{2BCADE68-31DC-D165-54D5-1FFFBA81AEB1}" dt="2021-03-04T13:48:24.234" v="44" actId="20577"/>
          <ac:spMkLst>
            <pc:docMk/>
            <pc:sldMk cId="1140135493" sldId="530"/>
            <ac:spMk id="23" creationId="{00000000-0000-0000-0000-000000000000}"/>
          </ac:spMkLst>
        </pc:spChg>
      </pc:sldChg>
    </pc:docChg>
  </pc:docChgLst>
  <pc:docChgLst>
    <pc:chgData name="Carlos Garre Del Olmo" userId="S::carlos.garre@urjc.es::2310cf0c-92a9-4f5c-b490-83d43b119688" providerId="AD" clId="Web-{C21E501A-C4A3-4774-8E90-B8890EF9ACAE}"/>
    <pc:docChg chg="addSld delSld modSld">
      <pc:chgData name="Carlos Garre Del Olmo" userId="S::carlos.garre@urjc.es::2310cf0c-92a9-4f5c-b490-83d43b119688" providerId="AD" clId="Web-{C21E501A-C4A3-4774-8E90-B8890EF9ACAE}" dt="2021-03-04T21:33:09.552" v="97" actId="20577"/>
      <pc:docMkLst>
        <pc:docMk/>
      </pc:docMkLst>
      <pc:sldChg chg="addSp delSp modSp">
        <pc:chgData name="Carlos Garre Del Olmo" userId="S::carlos.garre@urjc.es::2310cf0c-92a9-4f5c-b490-83d43b119688" providerId="AD" clId="Web-{C21E501A-C4A3-4774-8E90-B8890EF9ACAE}" dt="2021-03-04T21:29:13.462" v="17"/>
        <pc:sldMkLst>
          <pc:docMk/>
          <pc:sldMk cId="0" sldId="375"/>
        </pc:sldMkLst>
        <pc:picChg chg="add del mod">
          <ac:chgData name="Carlos Garre Del Olmo" userId="S::carlos.garre@urjc.es::2310cf0c-92a9-4f5c-b490-83d43b119688" providerId="AD" clId="Web-{C21E501A-C4A3-4774-8E90-B8890EF9ACAE}" dt="2021-03-04T21:29:13.462" v="17"/>
          <ac:picMkLst>
            <pc:docMk/>
            <pc:sldMk cId="0" sldId="375"/>
            <ac:picMk id="3" creationId="{52279211-5A2E-49ED-8C96-45A6636182A7}"/>
          </ac:picMkLst>
        </pc:picChg>
      </pc:sldChg>
      <pc:sldChg chg="add del">
        <pc:chgData name="Carlos Garre Del Olmo" userId="S::carlos.garre@urjc.es::2310cf0c-92a9-4f5c-b490-83d43b119688" providerId="AD" clId="Web-{C21E501A-C4A3-4774-8E90-B8890EF9ACAE}" dt="2021-03-04T21:29:14.431" v="18"/>
        <pc:sldMkLst>
          <pc:docMk/>
          <pc:sldMk cId="0" sldId="478"/>
        </pc:sldMkLst>
      </pc:sldChg>
      <pc:sldChg chg="addSp delSp modSp add del">
        <pc:chgData name="Carlos Garre Del Olmo" userId="S::carlos.garre@urjc.es::2310cf0c-92a9-4f5c-b490-83d43b119688" providerId="AD" clId="Web-{C21E501A-C4A3-4774-8E90-B8890EF9ACAE}" dt="2021-03-04T21:31:16.249" v="48" actId="14100"/>
        <pc:sldMkLst>
          <pc:docMk/>
          <pc:sldMk cId="0" sldId="483"/>
        </pc:sldMkLst>
        <pc:spChg chg="mod">
          <ac:chgData name="Carlos Garre Del Olmo" userId="S::carlos.garre@urjc.es::2310cf0c-92a9-4f5c-b490-83d43b119688" providerId="AD" clId="Web-{C21E501A-C4A3-4774-8E90-B8890EF9ACAE}" dt="2021-03-04T21:30:10.762" v="33" actId="20577"/>
          <ac:spMkLst>
            <pc:docMk/>
            <pc:sldMk cId="0" sldId="483"/>
            <ac:spMk id="3" creationId="{00000000-0000-0000-0000-000000000000}"/>
          </ac:spMkLst>
        </pc:spChg>
        <pc:picChg chg="add del mod">
          <ac:chgData name="Carlos Garre Del Olmo" userId="S::carlos.garre@urjc.es::2310cf0c-92a9-4f5c-b490-83d43b119688" providerId="AD" clId="Web-{C21E501A-C4A3-4774-8E90-B8890EF9ACAE}" dt="2021-03-04T21:30:56.795" v="41"/>
          <ac:picMkLst>
            <pc:docMk/>
            <pc:sldMk cId="0" sldId="483"/>
            <ac:picMk id="5" creationId="{B29A30C7-03B5-421E-99ED-B14B31BC3ADF}"/>
          </ac:picMkLst>
        </pc:picChg>
        <pc:picChg chg="add mod">
          <ac:chgData name="Carlos Garre Del Olmo" userId="S::carlos.garre@urjc.es::2310cf0c-92a9-4f5c-b490-83d43b119688" providerId="AD" clId="Web-{C21E501A-C4A3-4774-8E90-B8890EF9ACAE}" dt="2021-03-04T21:31:16.249" v="48" actId="14100"/>
          <ac:picMkLst>
            <pc:docMk/>
            <pc:sldMk cId="0" sldId="483"/>
            <ac:picMk id="6" creationId="{E0E15B15-7CAA-4316-A700-26F9C263DD57}"/>
          </ac:picMkLst>
        </pc:picChg>
      </pc:sldChg>
      <pc:sldChg chg="add del">
        <pc:chgData name="Carlos Garre Del Olmo" userId="S::carlos.garre@urjc.es::2310cf0c-92a9-4f5c-b490-83d43b119688" providerId="AD" clId="Web-{C21E501A-C4A3-4774-8E90-B8890EF9ACAE}" dt="2021-03-04T21:29:14.509" v="19"/>
        <pc:sldMkLst>
          <pc:docMk/>
          <pc:sldMk cId="2631225321" sldId="534"/>
        </pc:sldMkLst>
      </pc:sldChg>
      <pc:sldChg chg="add del">
        <pc:chgData name="Carlos Garre Del Olmo" userId="S::carlos.garre@urjc.es::2310cf0c-92a9-4f5c-b490-83d43b119688" providerId="AD" clId="Web-{C21E501A-C4A3-4774-8E90-B8890EF9ACAE}" dt="2021-03-04T21:29:14.571" v="20"/>
        <pc:sldMkLst>
          <pc:docMk/>
          <pc:sldMk cId="184984966" sldId="535"/>
        </pc:sldMkLst>
      </pc:sldChg>
      <pc:sldChg chg="add del">
        <pc:chgData name="Carlos Garre Del Olmo" userId="S::carlos.garre@urjc.es::2310cf0c-92a9-4f5c-b490-83d43b119688" providerId="AD" clId="Web-{C21E501A-C4A3-4774-8E90-B8890EF9ACAE}" dt="2021-03-04T21:29:14.665" v="21"/>
        <pc:sldMkLst>
          <pc:docMk/>
          <pc:sldMk cId="939473118" sldId="536"/>
        </pc:sldMkLst>
      </pc:sldChg>
      <pc:sldChg chg="add del">
        <pc:chgData name="Carlos Garre Del Olmo" userId="S::carlos.garre@urjc.es::2310cf0c-92a9-4f5c-b490-83d43b119688" providerId="AD" clId="Web-{C21E501A-C4A3-4774-8E90-B8890EF9ACAE}" dt="2021-03-04T21:29:14.759" v="22"/>
        <pc:sldMkLst>
          <pc:docMk/>
          <pc:sldMk cId="2678033260" sldId="537"/>
        </pc:sldMkLst>
      </pc:sldChg>
      <pc:sldChg chg="addSp delSp modSp add del">
        <pc:chgData name="Carlos Garre Del Olmo" userId="S::carlos.garre@urjc.es::2310cf0c-92a9-4f5c-b490-83d43b119688" providerId="AD" clId="Web-{C21E501A-C4A3-4774-8E90-B8890EF9ACAE}" dt="2021-03-04T21:30:32.372" v="40"/>
        <pc:sldMkLst>
          <pc:docMk/>
          <pc:sldMk cId="1079287413" sldId="538"/>
        </pc:sldMkLst>
        <pc:picChg chg="add del mod">
          <ac:chgData name="Carlos Garre Del Olmo" userId="S::carlos.garre@urjc.es::2310cf0c-92a9-4f5c-b490-83d43b119688" providerId="AD" clId="Web-{C21E501A-C4A3-4774-8E90-B8890EF9ACAE}" dt="2021-03-04T21:30:32.372" v="40"/>
          <ac:picMkLst>
            <pc:docMk/>
            <pc:sldMk cId="1079287413" sldId="538"/>
            <ac:picMk id="3" creationId="{4AA0F18A-15C9-44C4-A035-3267B97FC8BD}"/>
          </ac:picMkLst>
        </pc:picChg>
      </pc:sldChg>
      <pc:sldChg chg="modSp add del">
        <pc:chgData name="Carlos Garre Del Olmo" userId="S::carlos.garre@urjc.es::2310cf0c-92a9-4f5c-b490-83d43b119688" providerId="AD" clId="Web-{C21E501A-C4A3-4774-8E90-B8890EF9ACAE}" dt="2021-03-04T21:31:42.219" v="55" actId="20577"/>
        <pc:sldMkLst>
          <pc:docMk/>
          <pc:sldMk cId="3541769616" sldId="539"/>
        </pc:sldMkLst>
        <pc:spChg chg="mod">
          <ac:chgData name="Carlos Garre Del Olmo" userId="S::carlos.garre@urjc.es::2310cf0c-92a9-4f5c-b490-83d43b119688" providerId="AD" clId="Web-{C21E501A-C4A3-4774-8E90-B8890EF9ACAE}" dt="2021-03-04T21:31:42.219" v="55" actId="20577"/>
          <ac:spMkLst>
            <pc:docMk/>
            <pc:sldMk cId="3541769616" sldId="539"/>
            <ac:spMk id="3" creationId="{00000000-0000-0000-0000-000000000000}"/>
          </ac:spMkLst>
        </pc:spChg>
      </pc:sldChg>
      <pc:sldChg chg="add del">
        <pc:chgData name="Carlos Garre Del Olmo" userId="S::carlos.garre@urjc.es::2310cf0c-92a9-4f5c-b490-83d43b119688" providerId="AD" clId="Web-{C21E501A-C4A3-4774-8E90-B8890EF9ACAE}" dt="2021-03-04T21:29:15.087" v="26"/>
        <pc:sldMkLst>
          <pc:docMk/>
          <pc:sldMk cId="2724334573" sldId="540"/>
        </pc:sldMkLst>
      </pc:sldChg>
      <pc:sldChg chg="add del">
        <pc:chgData name="Carlos Garre Del Olmo" userId="S::carlos.garre@urjc.es::2310cf0c-92a9-4f5c-b490-83d43b119688" providerId="AD" clId="Web-{C21E501A-C4A3-4774-8E90-B8890EF9ACAE}" dt="2021-03-04T21:29:15.165" v="27"/>
        <pc:sldMkLst>
          <pc:docMk/>
          <pc:sldMk cId="2005722516" sldId="541"/>
        </pc:sldMkLst>
      </pc:sldChg>
      <pc:sldChg chg="modSp add del">
        <pc:chgData name="Carlos Garre Del Olmo" userId="S::carlos.garre@urjc.es::2310cf0c-92a9-4f5c-b490-83d43b119688" providerId="AD" clId="Web-{C21E501A-C4A3-4774-8E90-B8890EF9ACAE}" dt="2021-03-04T21:32:13.861" v="68" actId="20577"/>
        <pc:sldMkLst>
          <pc:docMk/>
          <pc:sldMk cId="307980627" sldId="542"/>
        </pc:sldMkLst>
        <pc:spChg chg="mod">
          <ac:chgData name="Carlos Garre Del Olmo" userId="S::carlos.garre@urjc.es::2310cf0c-92a9-4f5c-b490-83d43b119688" providerId="AD" clId="Web-{C21E501A-C4A3-4774-8E90-B8890EF9ACAE}" dt="2021-03-04T21:32:13.861" v="68" actId="20577"/>
          <ac:spMkLst>
            <pc:docMk/>
            <pc:sldMk cId="307980627" sldId="542"/>
            <ac:spMk id="3" creationId="{00000000-0000-0000-0000-000000000000}"/>
          </ac:spMkLst>
        </pc:spChg>
      </pc:sldChg>
      <pc:sldChg chg="modSp add del">
        <pc:chgData name="Carlos Garre Del Olmo" userId="S::carlos.garre@urjc.es::2310cf0c-92a9-4f5c-b490-83d43b119688" providerId="AD" clId="Web-{C21E501A-C4A3-4774-8E90-B8890EF9ACAE}" dt="2021-03-04T21:32:51.427" v="82" actId="20577"/>
        <pc:sldMkLst>
          <pc:docMk/>
          <pc:sldMk cId="3969294551" sldId="543"/>
        </pc:sldMkLst>
        <pc:spChg chg="mod">
          <ac:chgData name="Carlos Garre Del Olmo" userId="S::carlos.garre@urjc.es::2310cf0c-92a9-4f5c-b490-83d43b119688" providerId="AD" clId="Web-{C21E501A-C4A3-4774-8E90-B8890EF9ACAE}" dt="2021-03-04T21:32:51.427" v="82" actId="20577"/>
          <ac:spMkLst>
            <pc:docMk/>
            <pc:sldMk cId="3969294551" sldId="543"/>
            <ac:spMk id="3" creationId="{00000000-0000-0000-0000-000000000000}"/>
          </ac:spMkLst>
        </pc:spChg>
      </pc:sldChg>
      <pc:sldChg chg="modSp add del">
        <pc:chgData name="Carlos Garre Del Olmo" userId="S::carlos.garre@urjc.es::2310cf0c-92a9-4f5c-b490-83d43b119688" providerId="AD" clId="Web-{C21E501A-C4A3-4774-8E90-B8890EF9ACAE}" dt="2021-03-04T21:33:09.552" v="97" actId="20577"/>
        <pc:sldMkLst>
          <pc:docMk/>
          <pc:sldMk cId="1031856892" sldId="545"/>
        </pc:sldMkLst>
        <pc:spChg chg="mod">
          <ac:chgData name="Carlos Garre Del Olmo" userId="S::carlos.garre@urjc.es::2310cf0c-92a9-4f5c-b490-83d43b119688" providerId="AD" clId="Web-{C21E501A-C4A3-4774-8E90-B8890EF9ACAE}" dt="2021-03-04T21:33:09.552" v="97" actId="20577"/>
          <ac:spMkLst>
            <pc:docMk/>
            <pc:sldMk cId="1031856892" sldId="545"/>
            <ac:spMk id="3" creationId="{00000000-0000-0000-0000-000000000000}"/>
          </ac:spMkLst>
        </pc:spChg>
      </pc:sldChg>
      <pc:sldChg chg="add del">
        <pc:chgData name="Carlos Garre Del Olmo" userId="S::carlos.garre@urjc.es::2310cf0c-92a9-4f5c-b490-83d43b119688" providerId="AD" clId="Web-{C21E501A-C4A3-4774-8E90-B8890EF9ACAE}" dt="2021-03-04T21:29:15.493" v="31"/>
        <pc:sldMkLst>
          <pc:docMk/>
          <pc:sldMk cId="121011946" sldId="546"/>
        </pc:sldMkLst>
      </pc:sldChg>
    </pc:docChg>
  </pc:docChgLst>
  <pc:docChgLst>
    <pc:chgData name="María Jesús Algar Díaz" userId="S::mariajesus.algar@urjc.es::dc2b64b8-f97f-4641-883e-c9a3add0d754" providerId="AD" clId="Web-{A3F4FC2F-7A69-43DA-ADB5-CA99DE5CC9C5}"/>
    <pc:docChg chg="modSld">
      <pc:chgData name="María Jesús Algar Díaz" userId="S::mariajesus.algar@urjc.es::dc2b64b8-f97f-4641-883e-c9a3add0d754" providerId="AD" clId="Web-{A3F4FC2F-7A69-43DA-ADB5-CA99DE5CC9C5}" dt="2022-03-08T05:37:11.681" v="2" actId="20577"/>
      <pc:docMkLst>
        <pc:docMk/>
      </pc:docMkLst>
      <pc:sldChg chg="modSp">
        <pc:chgData name="María Jesús Algar Díaz" userId="S::mariajesus.algar@urjc.es::dc2b64b8-f97f-4641-883e-c9a3add0d754" providerId="AD" clId="Web-{A3F4FC2F-7A69-43DA-ADB5-CA99DE5CC9C5}" dt="2022-03-08T05:37:11.681" v="2" actId="20577"/>
        <pc:sldMkLst>
          <pc:docMk/>
          <pc:sldMk cId="1023854477" sldId="557"/>
        </pc:sldMkLst>
        <pc:spChg chg="mod">
          <ac:chgData name="María Jesús Algar Díaz" userId="S::mariajesus.algar@urjc.es::dc2b64b8-f97f-4641-883e-c9a3add0d754" providerId="AD" clId="Web-{A3F4FC2F-7A69-43DA-ADB5-CA99DE5CC9C5}" dt="2022-03-08T05:37:11.681" v="2" actId="20577"/>
          <ac:spMkLst>
            <pc:docMk/>
            <pc:sldMk cId="1023854477" sldId="557"/>
            <ac:spMk id="6147" creationId="{00000000-0000-0000-0000-000000000000}"/>
          </ac:spMkLst>
        </pc:spChg>
      </pc:sldChg>
    </pc:docChg>
  </pc:docChgLst>
  <pc:docChgLst>
    <pc:chgData name="Carlos Garre Del Olmo" userId="S::carlos.garre@urjc.es::2310cf0c-92a9-4f5c-b490-83d43b119688" providerId="AD" clId="Web-{387B9D96-398A-4479-803C-F6C0B7B044CF}"/>
    <pc:docChg chg="addSld delSld modSld">
      <pc:chgData name="Carlos Garre Del Olmo" userId="S::carlos.garre@urjc.es::2310cf0c-92a9-4f5c-b490-83d43b119688" providerId="AD" clId="Web-{387B9D96-398A-4479-803C-F6C0B7B044CF}" dt="2021-03-03T21:22:49.101" v="3076" actId="20577"/>
      <pc:docMkLst>
        <pc:docMk/>
      </pc:docMkLst>
      <pc:sldChg chg="del">
        <pc:chgData name="Carlos Garre Del Olmo" userId="S::carlos.garre@urjc.es::2310cf0c-92a9-4f5c-b490-83d43b119688" providerId="AD" clId="Web-{387B9D96-398A-4479-803C-F6C0B7B044CF}" dt="2021-03-03T20:20:13.280" v="1683"/>
        <pc:sldMkLst>
          <pc:docMk/>
          <pc:sldMk cId="0" sldId="479"/>
        </pc:sldMkLst>
      </pc:sldChg>
      <pc:sldChg chg="delSp modSp modNotes">
        <pc:chgData name="Carlos Garre Del Olmo" userId="S::carlos.garre@urjc.es::2310cf0c-92a9-4f5c-b490-83d43b119688" providerId="AD" clId="Web-{387B9D96-398A-4479-803C-F6C0B7B044CF}" dt="2021-03-03T20:37:49.235" v="1756" actId="20577"/>
        <pc:sldMkLst>
          <pc:docMk/>
          <pc:sldMk cId="0" sldId="483"/>
        </pc:sldMkLst>
        <pc:spChg chg="mod">
          <ac:chgData name="Carlos Garre Del Olmo" userId="S::carlos.garre@urjc.es::2310cf0c-92a9-4f5c-b490-83d43b119688" providerId="AD" clId="Web-{387B9D96-398A-4479-803C-F6C0B7B044CF}" dt="2021-03-03T20:37:49.235" v="1756" actId="20577"/>
          <ac:spMkLst>
            <pc:docMk/>
            <pc:sldMk cId="0" sldId="483"/>
            <ac:spMk id="3" creationId="{00000000-0000-0000-0000-000000000000}"/>
          </ac:spMkLst>
        </pc:spChg>
        <pc:picChg chg="del">
          <ac:chgData name="Carlos Garre Del Olmo" userId="S::carlos.garre@urjc.es::2310cf0c-92a9-4f5c-b490-83d43b119688" providerId="AD" clId="Web-{387B9D96-398A-4479-803C-F6C0B7B044CF}" dt="2021-03-03T20:20:36.094" v="1684"/>
          <ac:picMkLst>
            <pc:docMk/>
            <pc:sldMk cId="0" sldId="483"/>
            <ac:picMk id="8" creationId="{F2F16166-08F6-49E7-929A-15B7BC82AFB7}"/>
          </ac:picMkLst>
        </pc:picChg>
      </pc:sldChg>
      <pc:sldChg chg="del">
        <pc:chgData name="Carlos Garre Del Olmo" userId="S::carlos.garre@urjc.es::2310cf0c-92a9-4f5c-b490-83d43b119688" providerId="AD" clId="Web-{387B9D96-398A-4479-803C-F6C0B7B044CF}" dt="2021-03-03T20:43:29.380" v="1960"/>
        <pc:sldMkLst>
          <pc:docMk/>
          <pc:sldMk cId="0" sldId="484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2.335" v="1961"/>
        <pc:sldMkLst>
          <pc:docMk/>
          <pc:sldMk cId="0" sldId="485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5.601" v="1962"/>
        <pc:sldMkLst>
          <pc:docMk/>
          <pc:sldMk cId="0" sldId="486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7.413" v="1963"/>
        <pc:sldMkLst>
          <pc:docMk/>
          <pc:sldMk cId="0" sldId="487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8.460" v="1964"/>
        <pc:sldMkLst>
          <pc:docMk/>
          <pc:sldMk cId="0" sldId="488"/>
        </pc:sldMkLst>
      </pc:sldChg>
      <pc:sldChg chg="del">
        <pc:chgData name="Carlos Garre Del Olmo" userId="S::carlos.garre@urjc.es::2310cf0c-92a9-4f5c-b490-83d43b119688" providerId="AD" clId="Web-{387B9D96-398A-4479-803C-F6C0B7B044CF}" dt="2021-03-03T20:43:59.023" v="1965"/>
        <pc:sldMkLst>
          <pc:docMk/>
          <pc:sldMk cId="0" sldId="489"/>
        </pc:sldMkLst>
      </pc:sldChg>
      <pc:sldChg chg="del">
        <pc:chgData name="Carlos Garre Del Olmo" userId="S::carlos.garre@urjc.es::2310cf0c-92a9-4f5c-b490-83d43b119688" providerId="AD" clId="Web-{387B9D96-398A-4479-803C-F6C0B7B044CF}" dt="2021-03-03T20:44:06.148" v="1966"/>
        <pc:sldMkLst>
          <pc:docMk/>
          <pc:sldMk cId="0" sldId="490"/>
        </pc:sldMkLst>
      </pc:sldChg>
      <pc:sldChg chg="del">
        <pc:chgData name="Carlos Garre Del Olmo" userId="S::carlos.garre@urjc.es::2310cf0c-92a9-4f5c-b490-83d43b119688" providerId="AD" clId="Web-{387B9D96-398A-4479-803C-F6C0B7B044CF}" dt="2021-03-03T20:44:08.539" v="1967"/>
        <pc:sldMkLst>
          <pc:docMk/>
          <pc:sldMk cId="3130902136" sldId="509"/>
        </pc:sldMkLst>
      </pc:sldChg>
      <pc:sldChg chg="modSp">
        <pc:chgData name="Carlos Garre Del Olmo" userId="S::carlos.garre@urjc.es::2310cf0c-92a9-4f5c-b490-83d43b119688" providerId="AD" clId="Web-{387B9D96-398A-4479-803C-F6C0B7B044CF}" dt="2021-03-03T20:00:27.021" v="176" actId="14100"/>
        <pc:sldMkLst>
          <pc:docMk/>
          <pc:sldMk cId="184984966" sldId="535"/>
        </pc:sldMkLst>
        <pc:spChg chg="mod">
          <ac:chgData name="Carlos Garre Del Olmo" userId="S::carlos.garre@urjc.es::2310cf0c-92a9-4f5c-b490-83d43b119688" providerId="AD" clId="Web-{387B9D96-398A-4479-803C-F6C0B7B044CF}" dt="2021-03-03T20:00:27.021" v="176" actId="14100"/>
          <ac:spMkLst>
            <pc:docMk/>
            <pc:sldMk cId="184984966" sldId="535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11:32.592" v="1143" actId="20577"/>
        <pc:sldMkLst>
          <pc:docMk/>
          <pc:sldMk cId="939473118" sldId="536"/>
        </pc:sldMkLst>
        <pc:spChg chg="mod">
          <ac:chgData name="Carlos Garre Del Olmo" userId="S::carlos.garre@urjc.es::2310cf0c-92a9-4f5c-b490-83d43b119688" providerId="AD" clId="Web-{387B9D96-398A-4479-803C-F6C0B7B044CF}" dt="2021-03-03T20:11:32.592" v="1143" actId="20577"/>
          <ac:spMkLst>
            <pc:docMk/>
            <pc:sldMk cId="939473118" sldId="536"/>
            <ac:spMk id="17" creationId="{00000000-0000-0000-0000-000000000000}"/>
          </ac:spMkLst>
        </pc:spChg>
      </pc:sldChg>
      <pc:sldChg chg="modSp add del replId">
        <pc:chgData name="Carlos Garre Del Olmo" userId="S::carlos.garre@urjc.es::2310cf0c-92a9-4f5c-b490-83d43b119688" providerId="AD" clId="Web-{387B9D96-398A-4479-803C-F6C0B7B044CF}" dt="2021-03-03T20:00:31.802" v="177"/>
        <pc:sldMkLst>
          <pc:docMk/>
          <pc:sldMk cId="2083653852" sldId="536"/>
        </pc:sldMkLst>
        <pc:spChg chg="mod">
          <ac:chgData name="Carlos Garre Del Olmo" userId="S::carlos.garre@urjc.es::2310cf0c-92a9-4f5c-b490-83d43b119688" providerId="AD" clId="Web-{387B9D96-398A-4479-803C-F6C0B7B044CF}" dt="2021-03-03T19:59:28.500" v="151" actId="20577"/>
          <ac:spMkLst>
            <pc:docMk/>
            <pc:sldMk cId="2083653852" sldId="536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16:48.189" v="1480" actId="20577"/>
        <pc:sldMkLst>
          <pc:docMk/>
          <pc:sldMk cId="2678033260" sldId="537"/>
        </pc:sldMkLst>
        <pc:spChg chg="mod">
          <ac:chgData name="Carlos Garre Del Olmo" userId="S::carlos.garre@urjc.es::2310cf0c-92a9-4f5c-b490-83d43b119688" providerId="AD" clId="Web-{387B9D96-398A-4479-803C-F6C0B7B044CF}" dt="2021-03-03T20:16:48.189" v="1480" actId="20577"/>
          <ac:spMkLst>
            <pc:docMk/>
            <pc:sldMk cId="2678033260" sldId="537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19:59.545" v="1682"/>
        <pc:sldMkLst>
          <pc:docMk/>
          <pc:sldMk cId="1079287413" sldId="538"/>
        </pc:sldMkLst>
        <pc:spChg chg="mod">
          <ac:chgData name="Carlos Garre Del Olmo" userId="S::carlos.garre@urjc.es::2310cf0c-92a9-4f5c-b490-83d43b119688" providerId="AD" clId="Web-{387B9D96-398A-4479-803C-F6C0B7B044CF}" dt="2021-03-03T20:19:39.403" v="1634" actId="20577"/>
          <ac:spMkLst>
            <pc:docMk/>
            <pc:sldMk cId="1079287413" sldId="538"/>
            <ac:spMk id="17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43:17.895" v="1959"/>
        <pc:sldMkLst>
          <pc:docMk/>
          <pc:sldMk cId="3541769616" sldId="539"/>
        </pc:sldMkLst>
        <pc:spChg chg="mod">
          <ac:chgData name="Carlos Garre Del Olmo" userId="S::carlos.garre@urjc.es::2310cf0c-92a9-4f5c-b490-83d43b119688" providerId="AD" clId="Web-{387B9D96-398A-4479-803C-F6C0B7B044CF}" dt="2021-03-03T20:41:50.562" v="1939" actId="20577"/>
          <ac:spMkLst>
            <pc:docMk/>
            <pc:sldMk cId="3541769616" sldId="539"/>
            <ac:spMk id="3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50:41.141" v="2383" actId="20577"/>
        <pc:sldMkLst>
          <pc:docMk/>
          <pc:sldMk cId="2724334573" sldId="540"/>
        </pc:sldMkLst>
        <pc:spChg chg="mod">
          <ac:chgData name="Carlos Garre Del Olmo" userId="S::carlos.garre@urjc.es::2310cf0c-92a9-4f5c-b490-83d43b119688" providerId="AD" clId="Web-{387B9D96-398A-4479-803C-F6C0B7B044CF}" dt="2021-03-03T20:50:41.141" v="2383" actId="20577"/>
          <ac:spMkLst>
            <pc:docMk/>
            <pc:sldMk cId="2724334573" sldId="540"/>
            <ac:spMk id="3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0:59:58.628" v="2596"/>
        <pc:sldMkLst>
          <pc:docMk/>
          <pc:sldMk cId="2005722516" sldId="541"/>
        </pc:sldMkLst>
        <pc:spChg chg="mod">
          <ac:chgData name="Carlos Garre Del Olmo" userId="S::carlos.garre@urjc.es::2310cf0c-92a9-4f5c-b490-83d43b119688" providerId="AD" clId="Web-{387B9D96-398A-4479-803C-F6C0B7B044CF}" dt="2021-03-03T20:54:48.187" v="2545" actId="20577"/>
          <ac:spMkLst>
            <pc:docMk/>
            <pc:sldMk cId="2005722516" sldId="541"/>
            <ac:spMk id="3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1:02:07.886" v="2713" actId="20577"/>
        <pc:sldMkLst>
          <pc:docMk/>
          <pc:sldMk cId="307980627" sldId="542"/>
        </pc:sldMkLst>
        <pc:spChg chg="mod">
          <ac:chgData name="Carlos Garre Del Olmo" userId="S::carlos.garre@urjc.es::2310cf0c-92a9-4f5c-b490-83d43b119688" providerId="AD" clId="Web-{387B9D96-398A-4479-803C-F6C0B7B044CF}" dt="2021-03-03T21:02:07.886" v="2713" actId="20577"/>
          <ac:spMkLst>
            <pc:docMk/>
            <pc:sldMk cId="307980627" sldId="542"/>
            <ac:spMk id="3" creationId="{00000000-0000-0000-0000-000000000000}"/>
          </ac:spMkLst>
        </pc:spChg>
      </pc:sldChg>
      <pc:sldChg chg="modSp add replId modNotes">
        <pc:chgData name="Carlos Garre Del Olmo" userId="S::carlos.garre@urjc.es::2310cf0c-92a9-4f5c-b490-83d43b119688" providerId="AD" clId="Web-{387B9D96-398A-4479-803C-F6C0B7B044CF}" dt="2021-03-03T21:16:35.938" v="2917" actId="20577"/>
        <pc:sldMkLst>
          <pc:docMk/>
          <pc:sldMk cId="3969294551" sldId="543"/>
        </pc:sldMkLst>
        <pc:spChg chg="mod">
          <ac:chgData name="Carlos Garre Del Olmo" userId="S::carlos.garre@urjc.es::2310cf0c-92a9-4f5c-b490-83d43b119688" providerId="AD" clId="Web-{387B9D96-398A-4479-803C-F6C0B7B044CF}" dt="2021-03-03T21:16:35.938" v="2917" actId="20577"/>
          <ac:spMkLst>
            <pc:docMk/>
            <pc:sldMk cId="3969294551" sldId="543"/>
            <ac:spMk id="3" creationId="{00000000-0000-0000-0000-000000000000}"/>
          </ac:spMkLst>
        </pc:spChg>
      </pc:sldChg>
      <pc:sldChg chg="add replId">
        <pc:chgData name="Carlos Garre Del Olmo" userId="S::carlos.garre@urjc.es::2310cf0c-92a9-4f5c-b490-83d43b119688" providerId="AD" clId="Web-{387B9D96-398A-4479-803C-F6C0B7B044CF}" dt="2021-03-03T21:16:59.268" v="2918"/>
        <pc:sldMkLst>
          <pc:docMk/>
          <pc:sldMk cId="3880902351" sldId="544"/>
        </pc:sldMkLst>
      </pc:sldChg>
      <pc:sldChg chg="modSp add replId modNotes">
        <pc:chgData name="Carlos Garre Del Olmo" userId="S::carlos.garre@urjc.es::2310cf0c-92a9-4f5c-b490-83d43b119688" providerId="AD" clId="Web-{387B9D96-398A-4479-803C-F6C0B7B044CF}" dt="2021-03-03T21:21:20.752" v="3045" actId="20577"/>
        <pc:sldMkLst>
          <pc:docMk/>
          <pc:sldMk cId="1031856892" sldId="545"/>
        </pc:sldMkLst>
        <pc:spChg chg="mod">
          <ac:chgData name="Carlos Garre Del Olmo" userId="S::carlos.garre@urjc.es::2310cf0c-92a9-4f5c-b490-83d43b119688" providerId="AD" clId="Web-{387B9D96-398A-4479-803C-F6C0B7B044CF}" dt="2021-03-03T21:21:20.752" v="3045" actId="20577"/>
          <ac:spMkLst>
            <pc:docMk/>
            <pc:sldMk cId="1031856892" sldId="545"/>
            <ac:spMk id="3" creationId="{00000000-0000-0000-0000-000000000000}"/>
          </ac:spMkLst>
        </pc:spChg>
      </pc:sldChg>
      <pc:sldChg chg="modSp add replId">
        <pc:chgData name="Carlos Garre Del Olmo" userId="S::carlos.garre@urjc.es::2310cf0c-92a9-4f5c-b490-83d43b119688" providerId="AD" clId="Web-{387B9D96-398A-4479-803C-F6C0B7B044CF}" dt="2021-03-03T21:22:49.101" v="3076" actId="20577"/>
        <pc:sldMkLst>
          <pc:docMk/>
          <pc:sldMk cId="121011946" sldId="546"/>
        </pc:sldMkLst>
        <pc:spChg chg="mod">
          <ac:chgData name="Carlos Garre Del Olmo" userId="S::carlos.garre@urjc.es::2310cf0c-92a9-4f5c-b490-83d43b119688" providerId="AD" clId="Web-{387B9D96-398A-4479-803C-F6C0B7B044CF}" dt="2021-03-03T21:22:49.101" v="3076" actId="20577"/>
          <ac:spMkLst>
            <pc:docMk/>
            <pc:sldMk cId="121011946" sldId="546"/>
            <ac:spMk id="3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B8E85FBE-E092-41C9-BA9D-5BDB536BDE24}"/>
    <pc:docChg chg="modSld">
      <pc:chgData name="Oriol Borrás Gené" userId="S::oriol.borras@urjc.es::aea611aa-1d44-4c50-abd0-2064e044183a" providerId="AD" clId="Web-{B8E85FBE-E092-41C9-BA9D-5BDB536BDE24}" dt="2020-02-26T11:10:43.873" v="0" actId="14100"/>
      <pc:docMkLst>
        <pc:docMk/>
      </pc:docMkLst>
      <pc:sldChg chg="modSp">
        <pc:chgData name="Oriol Borrás Gené" userId="S::oriol.borras@urjc.es::aea611aa-1d44-4c50-abd0-2064e044183a" providerId="AD" clId="Web-{B8E85FBE-E092-41C9-BA9D-5BDB536BDE24}" dt="2020-02-26T11:10:43.873" v="0" actId="14100"/>
        <pc:sldMkLst>
          <pc:docMk/>
          <pc:sldMk cId="0" sldId="444"/>
        </pc:sldMkLst>
        <pc:spChg chg="mod">
          <ac:chgData name="Oriol Borrás Gené" userId="S::oriol.borras@urjc.es::aea611aa-1d44-4c50-abd0-2064e044183a" providerId="AD" clId="Web-{B8E85FBE-E092-41C9-BA9D-5BDB536BDE24}" dt="2020-02-26T11:10:43.873" v="0" actId="14100"/>
          <ac:spMkLst>
            <pc:docMk/>
            <pc:sldMk cId="0" sldId="444"/>
            <ac:spMk id="7" creationId="{00000000-0000-0000-0000-000000000000}"/>
          </ac:spMkLst>
        </pc:spChg>
      </pc:sldChg>
    </pc:docChg>
  </pc:docChgLst>
  <pc:docChgLst>
    <pc:chgData clId="Web-{3F16D686-1008-6277-0DB1-29A362656BFE}"/>
    <pc:docChg chg="modSld">
      <pc:chgData name="" userId="" providerId="" clId="Web-{3F16D686-1008-6277-0DB1-29A362656BFE}" dt="2024-02-16T11:21:52.670" v="2" actId="20577"/>
      <pc:docMkLst>
        <pc:docMk/>
      </pc:docMkLst>
      <pc:sldChg chg="modSp">
        <pc:chgData name="" userId="" providerId="" clId="Web-{3F16D686-1008-6277-0DB1-29A362656BFE}" dt="2024-02-16T11:21:52.670" v="2" actId="20577"/>
        <pc:sldMkLst>
          <pc:docMk/>
          <pc:sldMk cId="0" sldId="372"/>
        </pc:sldMkLst>
        <pc:spChg chg="mod">
          <ac:chgData name="" userId="" providerId="" clId="Web-{3F16D686-1008-6277-0DB1-29A362656BFE}" dt="2024-02-16T11:21:52.670" v="2" actId="20577"/>
          <ac:spMkLst>
            <pc:docMk/>
            <pc:sldMk cId="0" sldId="372"/>
            <ac:spMk id="2" creationId="{00000000-0000-0000-0000-000000000000}"/>
          </ac:spMkLst>
        </pc:spChg>
      </pc:sldChg>
    </pc:docChg>
  </pc:docChgLst>
  <pc:docChgLst>
    <pc:chgData name="Carlos Garre Del Olmo" userId="2310cf0c-92a9-4f5c-b490-83d43b119688" providerId="ADAL" clId="{084CD90D-F8D7-4EDE-9D07-F9AA52E450E2}"/>
    <pc:docChg chg="undo custSel addSld modSld">
      <pc:chgData name="Carlos Garre Del Olmo" userId="2310cf0c-92a9-4f5c-b490-83d43b119688" providerId="ADAL" clId="{084CD90D-F8D7-4EDE-9D07-F9AA52E450E2}" dt="2022-03-07T21:46:17.067" v="4830" actId="255"/>
      <pc:docMkLst>
        <pc:docMk/>
      </pc:docMkLst>
      <pc:sldChg chg="addSp delSp modSp add mod modNotesTx">
        <pc:chgData name="Carlos Garre Del Olmo" userId="2310cf0c-92a9-4f5c-b490-83d43b119688" providerId="ADAL" clId="{084CD90D-F8D7-4EDE-9D07-F9AA52E450E2}" dt="2022-03-07T19:43:29.491" v="621" actId="22"/>
        <pc:sldMkLst>
          <pc:docMk/>
          <pc:sldMk cId="2846182697" sldId="572"/>
        </pc:sldMkLst>
        <pc:spChg chg="add del">
          <ac:chgData name="Carlos Garre Del Olmo" userId="2310cf0c-92a9-4f5c-b490-83d43b119688" providerId="ADAL" clId="{084CD90D-F8D7-4EDE-9D07-F9AA52E450E2}" dt="2022-03-07T19:43:29.491" v="621" actId="22"/>
          <ac:spMkLst>
            <pc:docMk/>
            <pc:sldMk cId="2846182697" sldId="572"/>
            <ac:spMk id="6" creationId="{93674095-0FB5-44C4-9682-964FC5D14C5A}"/>
          </ac:spMkLst>
        </pc:spChg>
        <pc:spChg chg="mod">
          <ac:chgData name="Carlos Garre Del Olmo" userId="2310cf0c-92a9-4f5c-b490-83d43b119688" providerId="ADAL" clId="{084CD90D-F8D7-4EDE-9D07-F9AA52E450E2}" dt="2022-03-07T19:28:31.938" v="45" actId="20577"/>
          <ac:spMkLst>
            <pc:docMk/>
            <pc:sldMk cId="2846182697" sldId="572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19:38:41.545" v="619" actId="20577"/>
          <ac:spMkLst>
            <pc:docMk/>
            <pc:sldMk cId="2846182697" sldId="572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19:52:06.446" v="1266" actId="20577"/>
        <pc:sldMkLst>
          <pc:docMk/>
          <pc:sldMk cId="1948872309" sldId="573"/>
        </pc:sldMkLst>
        <pc:spChg chg="mod">
          <ac:chgData name="Carlos Garre Del Olmo" userId="2310cf0c-92a9-4f5c-b490-83d43b119688" providerId="ADAL" clId="{084CD90D-F8D7-4EDE-9D07-F9AA52E450E2}" dt="2022-03-07T19:52:06.446" v="1266" actId="20577"/>
          <ac:spMkLst>
            <pc:docMk/>
            <pc:sldMk cId="1948872309" sldId="573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20:14:46.773" v="1951" actId="14"/>
        <pc:sldMkLst>
          <pc:docMk/>
          <pc:sldMk cId="2196962499" sldId="574"/>
        </pc:sldMkLst>
        <pc:spChg chg="mod">
          <ac:chgData name="Carlos Garre Del Olmo" userId="2310cf0c-92a9-4f5c-b490-83d43b119688" providerId="ADAL" clId="{084CD90D-F8D7-4EDE-9D07-F9AA52E450E2}" dt="2022-03-07T19:59:16.271" v="1387" actId="20577"/>
          <ac:spMkLst>
            <pc:docMk/>
            <pc:sldMk cId="2196962499" sldId="574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20:14:46.773" v="1951" actId="14"/>
          <ac:spMkLst>
            <pc:docMk/>
            <pc:sldMk cId="2196962499" sldId="574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20:22:26.549" v="2574" actId="20577"/>
        <pc:sldMkLst>
          <pc:docMk/>
          <pc:sldMk cId="2097186288" sldId="575"/>
        </pc:sldMkLst>
        <pc:spChg chg="mod">
          <ac:chgData name="Carlos Garre Del Olmo" userId="2310cf0c-92a9-4f5c-b490-83d43b119688" providerId="ADAL" clId="{084CD90D-F8D7-4EDE-9D07-F9AA52E450E2}" dt="2022-03-07T20:16:03.988" v="1978" actId="20577"/>
          <ac:spMkLst>
            <pc:docMk/>
            <pc:sldMk cId="2097186288" sldId="575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20:22:26.549" v="2574" actId="20577"/>
          <ac:spMkLst>
            <pc:docMk/>
            <pc:sldMk cId="2097186288" sldId="575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20:35:45.998" v="3025" actId="20577"/>
        <pc:sldMkLst>
          <pc:docMk/>
          <pc:sldMk cId="2081001317" sldId="576"/>
        </pc:sldMkLst>
        <pc:spChg chg="mod">
          <ac:chgData name="Carlos Garre Del Olmo" userId="2310cf0c-92a9-4f5c-b490-83d43b119688" providerId="ADAL" clId="{084CD90D-F8D7-4EDE-9D07-F9AA52E450E2}" dt="2022-03-07T20:31:09.842" v="2602" actId="20577"/>
          <ac:spMkLst>
            <pc:docMk/>
            <pc:sldMk cId="2081001317" sldId="576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20:35:45.998" v="3025" actId="20577"/>
          <ac:spMkLst>
            <pc:docMk/>
            <pc:sldMk cId="2081001317" sldId="576"/>
            <ac:spMk id="6147" creationId="{00000000-0000-0000-0000-000000000000}"/>
          </ac:spMkLst>
        </pc:spChg>
      </pc:sldChg>
      <pc:sldChg chg="modSp add mod">
        <pc:chgData name="Carlos Garre Del Olmo" userId="2310cf0c-92a9-4f5c-b490-83d43b119688" providerId="ADAL" clId="{084CD90D-F8D7-4EDE-9D07-F9AA52E450E2}" dt="2022-03-07T21:24:04.508" v="3864" actId="20577"/>
        <pc:sldMkLst>
          <pc:docMk/>
          <pc:sldMk cId="2433760397" sldId="577"/>
        </pc:sldMkLst>
        <pc:spChg chg="mod">
          <ac:chgData name="Carlos Garre Del Olmo" userId="2310cf0c-92a9-4f5c-b490-83d43b119688" providerId="ADAL" clId="{084CD90D-F8D7-4EDE-9D07-F9AA52E450E2}" dt="2022-03-07T21:24:04.508" v="3864" actId="20577"/>
          <ac:spMkLst>
            <pc:docMk/>
            <pc:sldMk cId="2433760397" sldId="577"/>
            <ac:spMk id="6147" creationId="{00000000-0000-0000-0000-000000000000}"/>
          </ac:spMkLst>
        </pc:spChg>
      </pc:sldChg>
      <pc:sldChg chg="addSp modSp add mod">
        <pc:chgData name="Carlos Garre Del Olmo" userId="2310cf0c-92a9-4f5c-b490-83d43b119688" providerId="ADAL" clId="{084CD90D-F8D7-4EDE-9D07-F9AA52E450E2}" dt="2022-03-07T21:32:01.308" v="4096" actId="1076"/>
        <pc:sldMkLst>
          <pc:docMk/>
          <pc:sldMk cId="2018268075" sldId="578"/>
        </pc:sldMkLst>
        <pc:spChg chg="mod">
          <ac:chgData name="Carlos Garre Del Olmo" userId="2310cf0c-92a9-4f5c-b490-83d43b119688" providerId="ADAL" clId="{084CD90D-F8D7-4EDE-9D07-F9AA52E450E2}" dt="2022-03-07T21:29:35.308" v="3886" actId="20577"/>
          <ac:spMkLst>
            <pc:docMk/>
            <pc:sldMk cId="2018268075" sldId="578"/>
            <ac:spMk id="6146" creationId="{00000000-0000-0000-0000-000000000000}"/>
          </ac:spMkLst>
        </pc:spChg>
        <pc:spChg chg="mod">
          <ac:chgData name="Carlos Garre Del Olmo" userId="2310cf0c-92a9-4f5c-b490-83d43b119688" providerId="ADAL" clId="{084CD90D-F8D7-4EDE-9D07-F9AA52E450E2}" dt="2022-03-07T21:31:54.516" v="4095" actId="20577"/>
          <ac:spMkLst>
            <pc:docMk/>
            <pc:sldMk cId="2018268075" sldId="578"/>
            <ac:spMk id="6147" creationId="{00000000-0000-0000-0000-000000000000}"/>
          </ac:spMkLst>
        </pc:spChg>
        <pc:graphicFrameChg chg="add mod">
          <ac:chgData name="Carlos Garre Del Olmo" userId="2310cf0c-92a9-4f5c-b490-83d43b119688" providerId="ADAL" clId="{084CD90D-F8D7-4EDE-9D07-F9AA52E450E2}" dt="2022-03-07T21:32:01.308" v="4096" actId="1076"/>
          <ac:graphicFrameMkLst>
            <pc:docMk/>
            <pc:sldMk cId="2018268075" sldId="578"/>
            <ac:graphicFrameMk id="5" creationId="{00000000-0008-0000-0500-000002000000}"/>
          </ac:graphicFrameMkLst>
        </pc:graphicFrameChg>
      </pc:sldChg>
      <pc:sldChg chg="delSp modSp add mod">
        <pc:chgData name="Carlos Garre Del Olmo" userId="2310cf0c-92a9-4f5c-b490-83d43b119688" providerId="ADAL" clId="{084CD90D-F8D7-4EDE-9D07-F9AA52E450E2}" dt="2022-03-07T21:46:17.067" v="4830" actId="255"/>
        <pc:sldMkLst>
          <pc:docMk/>
          <pc:sldMk cId="544210214" sldId="579"/>
        </pc:sldMkLst>
        <pc:spChg chg="mod">
          <ac:chgData name="Carlos Garre Del Olmo" userId="2310cf0c-92a9-4f5c-b490-83d43b119688" providerId="ADAL" clId="{084CD90D-F8D7-4EDE-9D07-F9AA52E450E2}" dt="2022-03-07T21:46:17.067" v="4830" actId="255"/>
          <ac:spMkLst>
            <pc:docMk/>
            <pc:sldMk cId="544210214" sldId="579"/>
            <ac:spMk id="6147" creationId="{00000000-0000-0000-0000-000000000000}"/>
          </ac:spMkLst>
        </pc:spChg>
        <pc:graphicFrameChg chg="del">
          <ac:chgData name="Carlos Garre Del Olmo" userId="2310cf0c-92a9-4f5c-b490-83d43b119688" providerId="ADAL" clId="{084CD90D-F8D7-4EDE-9D07-F9AA52E450E2}" dt="2022-03-07T21:35:49.369" v="4098" actId="478"/>
          <ac:graphicFrameMkLst>
            <pc:docMk/>
            <pc:sldMk cId="544210214" sldId="579"/>
            <ac:graphicFrameMk id="5" creationId="{00000000-0008-0000-0500-000002000000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E0F40753-AE86-48D5-90D3-8DDC24F63C7F}"/>
    <pc:docChg chg="modSld">
      <pc:chgData name="Dolores Cuadra Fernández" userId="S::dolores.cuadra@urjc.es::3973a3dd-a11e-44c1-9158-1b4a8d8c39da" providerId="AD" clId="Web-{E0F40753-AE86-48D5-90D3-8DDC24F63C7F}" dt="2021-03-03T17:27:28.087" v="6" actId="20577"/>
      <pc:docMkLst>
        <pc:docMk/>
      </pc:docMkLst>
      <pc:sldChg chg="delSp modSp">
        <pc:chgData name="Dolores Cuadra Fernández" userId="S::dolores.cuadra@urjc.es::3973a3dd-a11e-44c1-9158-1b4a8d8c39da" providerId="AD" clId="Web-{E0F40753-AE86-48D5-90D3-8DDC24F63C7F}" dt="2021-03-03T17:15:35.451" v="2"/>
        <pc:sldMkLst>
          <pc:docMk/>
          <pc:sldMk cId="1004937467" sldId="524"/>
        </pc:sldMkLst>
        <pc:spChg chg="del">
          <ac:chgData name="Dolores Cuadra Fernández" userId="S::dolores.cuadra@urjc.es::3973a3dd-a11e-44c1-9158-1b4a8d8c39da" providerId="AD" clId="Web-{E0F40753-AE86-48D5-90D3-8DDC24F63C7F}" dt="2021-03-03T17:15:35.451" v="2"/>
          <ac:spMkLst>
            <pc:docMk/>
            <pc:sldMk cId="1004937467" sldId="524"/>
            <ac:spMk id="5" creationId="{5FEA0655-5C18-4480-9204-32926304ABCB}"/>
          </ac:spMkLst>
        </pc:spChg>
        <pc:graphicFrameChg chg="mod modGraphic">
          <ac:chgData name="Dolores Cuadra Fernández" userId="S::dolores.cuadra@urjc.es::3973a3dd-a11e-44c1-9158-1b4a8d8c39da" providerId="AD" clId="Web-{E0F40753-AE86-48D5-90D3-8DDC24F63C7F}" dt="2021-03-03T17:11:49.057" v="1"/>
          <ac:graphicFrameMkLst>
            <pc:docMk/>
            <pc:sldMk cId="1004937467" sldId="524"/>
            <ac:graphicFrameMk id="3" creationId="{136A8E17-E0E8-4AEC-B6C3-5607FD38BA5D}"/>
          </ac:graphicFrameMkLst>
        </pc:graphicFrameChg>
      </pc:sldChg>
      <pc:sldChg chg="modSp">
        <pc:chgData name="Dolores Cuadra Fernández" userId="S::dolores.cuadra@urjc.es::3973a3dd-a11e-44c1-9158-1b4a8d8c39da" providerId="AD" clId="Web-{E0F40753-AE86-48D5-90D3-8DDC24F63C7F}" dt="2021-03-03T17:27:28.087" v="6" actId="20577"/>
        <pc:sldMkLst>
          <pc:docMk/>
          <pc:sldMk cId="1046410554" sldId="525"/>
        </pc:sldMkLst>
        <pc:spChg chg="mod">
          <ac:chgData name="Dolores Cuadra Fernández" userId="S::dolores.cuadra@urjc.es::3973a3dd-a11e-44c1-9158-1b4a8d8c39da" providerId="AD" clId="Web-{E0F40753-AE86-48D5-90D3-8DDC24F63C7F}" dt="2021-03-03T17:27:28.087" v="6" actId="20577"/>
          <ac:spMkLst>
            <pc:docMk/>
            <pc:sldMk cId="1046410554" sldId="525"/>
            <ac:spMk id="18" creationId="{E002362C-B421-4EF0-AA51-8B065780455A}"/>
          </ac:spMkLst>
        </pc:spChg>
        <pc:graphicFrameChg chg="mod modGraphic">
          <ac:chgData name="Dolores Cuadra Fernández" userId="S::dolores.cuadra@urjc.es::3973a3dd-a11e-44c1-9158-1b4a8d8c39da" providerId="AD" clId="Web-{E0F40753-AE86-48D5-90D3-8DDC24F63C7F}" dt="2021-03-03T17:17:57.375" v="4"/>
          <ac:graphicFrameMkLst>
            <pc:docMk/>
            <pc:sldMk cId="1046410554" sldId="525"/>
            <ac:graphicFrameMk id="3" creationId="{A7DA6D97-229B-4B3D-81BD-16F72A38A799}"/>
          </ac:graphicFrameMkLst>
        </pc:graphicFrameChg>
      </pc:sldChg>
    </pc:docChg>
  </pc:docChgLst>
  <pc:docChgLst>
    <pc:chgData name="Paloma Cáceres García De Marina" userId="S::paloma.caceres@urjc.es::7516f0e2-be62-4205-91e6-1d37ec21b52a" providerId="AD" clId="Web-{9D12C96E-CB15-104B-B3CF-1E1A0E0B6726}"/>
    <pc:docChg chg="modSld">
      <pc:chgData name="Paloma Cáceres García De Marina" userId="S::paloma.caceres@urjc.es::7516f0e2-be62-4205-91e6-1d37ec21b52a" providerId="AD" clId="Web-{9D12C96E-CB15-104B-B3CF-1E1A0E0B6726}" dt="2024-02-19T18:16:16.993" v="283" actId="20577"/>
      <pc:docMkLst>
        <pc:docMk/>
      </pc:docMkLst>
      <pc:sldChg chg="modSp">
        <pc:chgData name="Paloma Cáceres García De Marina" userId="S::paloma.caceres@urjc.es::7516f0e2-be62-4205-91e6-1d37ec21b52a" providerId="AD" clId="Web-{9D12C96E-CB15-104B-B3CF-1E1A0E0B6726}" dt="2024-02-19T18:00:33.371" v="139" actId="20577"/>
        <pc:sldMkLst>
          <pc:docMk/>
          <pc:sldMk cId="2869112124" sldId="582"/>
        </pc:sldMkLst>
        <pc:spChg chg="mod">
          <ac:chgData name="Paloma Cáceres García De Marina" userId="S::paloma.caceres@urjc.es::7516f0e2-be62-4205-91e6-1d37ec21b52a" providerId="AD" clId="Web-{9D12C96E-CB15-104B-B3CF-1E1A0E0B6726}" dt="2024-02-19T18:00:33.371" v="139" actId="20577"/>
          <ac:spMkLst>
            <pc:docMk/>
            <pc:sldMk cId="2869112124" sldId="582"/>
            <ac:spMk id="6" creationId="{766E2CC0-C9F4-1172-A71A-5520CD95F0A8}"/>
          </ac:spMkLst>
        </pc:spChg>
      </pc:sldChg>
      <pc:sldChg chg="modSp">
        <pc:chgData name="Paloma Cáceres García De Marina" userId="S::paloma.caceres@urjc.es::7516f0e2-be62-4205-91e6-1d37ec21b52a" providerId="AD" clId="Web-{9D12C96E-CB15-104B-B3CF-1E1A0E0B6726}" dt="2024-02-19T18:16:16.993" v="283" actId="20577"/>
        <pc:sldMkLst>
          <pc:docMk/>
          <pc:sldMk cId="2394437114" sldId="596"/>
        </pc:sldMkLst>
        <pc:spChg chg="mod">
          <ac:chgData name="Paloma Cáceres García De Marina" userId="S::paloma.caceres@urjc.es::7516f0e2-be62-4205-91e6-1d37ec21b52a" providerId="AD" clId="Web-{9D12C96E-CB15-104B-B3CF-1E1A0E0B6726}" dt="2024-02-19T18:16:16.993" v="283" actId="20577"/>
          <ac:spMkLst>
            <pc:docMk/>
            <pc:sldMk cId="2394437114" sldId="596"/>
            <ac:spMk id="3" creationId="{538C4B12-D84C-8F82-6FA3-7E365B68018E}"/>
          </ac:spMkLst>
        </pc:spChg>
      </pc:sldChg>
      <pc:sldChg chg="modSp">
        <pc:chgData name="Paloma Cáceres García De Marina" userId="S::paloma.caceres@urjc.es::7516f0e2-be62-4205-91e6-1d37ec21b52a" providerId="AD" clId="Web-{9D12C96E-CB15-104B-B3CF-1E1A0E0B6726}" dt="2024-02-19T18:03:16.595" v="243" actId="20577"/>
        <pc:sldMkLst>
          <pc:docMk/>
          <pc:sldMk cId="3708108655" sldId="618"/>
        </pc:sldMkLst>
        <pc:spChg chg="mod">
          <ac:chgData name="Paloma Cáceres García De Marina" userId="S::paloma.caceres@urjc.es::7516f0e2-be62-4205-91e6-1d37ec21b52a" providerId="AD" clId="Web-{9D12C96E-CB15-104B-B3CF-1E1A0E0B6726}" dt="2024-02-19T18:03:16.595" v="243" actId="20577"/>
          <ac:spMkLst>
            <pc:docMk/>
            <pc:sldMk cId="3708108655" sldId="618"/>
            <ac:spMk id="6" creationId="{766E2CC0-C9F4-1172-A71A-5520CD95F0A8}"/>
          </ac:spMkLst>
        </pc:spChg>
      </pc:sldChg>
    </pc:docChg>
  </pc:docChgLst>
  <pc:docChgLst>
    <pc:chgData name="María Jesús Algar Díaz" userId="S::mariajesus.algar@urjc.es::dc2b64b8-f97f-4641-883e-c9a3add0d754" providerId="AD" clId="Web-{D2B8B1F2-4684-47BE-89A6-2AAE92B71A15}"/>
    <pc:docChg chg="addSld modSld sldOrd">
      <pc:chgData name="María Jesús Algar Díaz" userId="S::mariajesus.algar@urjc.es::dc2b64b8-f97f-4641-883e-c9a3add0d754" providerId="AD" clId="Web-{D2B8B1F2-4684-47BE-89A6-2AAE92B71A15}" dt="2022-03-07T09:49:05.197" v="405" actId="20577"/>
      <pc:docMkLst>
        <pc:docMk/>
      </pc:docMkLst>
      <pc:sldChg chg="addSp delSp modSp ord">
        <pc:chgData name="María Jesús Algar Díaz" userId="S::mariajesus.algar@urjc.es::dc2b64b8-f97f-4641-883e-c9a3add0d754" providerId="AD" clId="Web-{D2B8B1F2-4684-47BE-89A6-2AAE92B71A15}" dt="2022-03-07T09:42:05.563" v="108" actId="20577"/>
        <pc:sldMkLst>
          <pc:docMk/>
          <pc:sldMk cId="1489011670" sldId="554"/>
        </pc:sldMkLst>
        <pc:spChg chg="mod">
          <ac:chgData name="María Jesús Algar Díaz" userId="S::mariajesus.algar@urjc.es::dc2b64b8-f97f-4641-883e-c9a3add0d754" providerId="AD" clId="Web-{D2B8B1F2-4684-47BE-89A6-2AAE92B71A15}" dt="2022-03-07T09:42:05.563" v="108" actId="20577"/>
          <ac:spMkLst>
            <pc:docMk/>
            <pc:sldMk cId="1489011670" sldId="554"/>
            <ac:spMk id="6146" creationId="{00000000-0000-0000-0000-000000000000}"/>
          </ac:spMkLst>
        </pc:spChg>
        <pc:spChg chg="mod">
          <ac:chgData name="María Jesús Algar Díaz" userId="S::mariajesus.algar@urjc.es::dc2b64b8-f97f-4641-883e-c9a3add0d754" providerId="AD" clId="Web-{D2B8B1F2-4684-47BE-89A6-2AAE92B71A15}" dt="2022-03-07T09:41:45.015" v="94" actId="20577"/>
          <ac:spMkLst>
            <pc:docMk/>
            <pc:sldMk cId="1489011670" sldId="554"/>
            <ac:spMk id="6147" creationId="{00000000-0000-0000-0000-000000000000}"/>
          </ac:spMkLst>
        </pc:spChg>
        <pc:picChg chg="add del mod">
          <ac:chgData name="María Jesús Algar Díaz" userId="S::mariajesus.algar@urjc.es::dc2b64b8-f97f-4641-883e-c9a3add0d754" providerId="AD" clId="Web-{D2B8B1F2-4684-47BE-89A6-2AAE92B71A15}" dt="2022-03-07T09:40:12.697" v="12"/>
          <ac:picMkLst>
            <pc:docMk/>
            <pc:sldMk cId="1489011670" sldId="554"/>
            <ac:picMk id="3" creationId="{AAE852AE-3F69-4E2E-89E0-AD488A79F2BB}"/>
          </ac:picMkLst>
        </pc:picChg>
      </pc:sldChg>
      <pc:sldChg chg="addSp modSp ord">
        <pc:chgData name="María Jesús Algar Díaz" userId="S::mariajesus.algar@urjc.es::dc2b64b8-f97f-4641-883e-c9a3add0d754" providerId="AD" clId="Web-{D2B8B1F2-4684-47BE-89A6-2AAE92B71A15}" dt="2022-03-07T09:48:01.303" v="383" actId="1076"/>
        <pc:sldMkLst>
          <pc:docMk/>
          <pc:sldMk cId="295087065" sldId="555"/>
        </pc:sldMkLst>
        <pc:spChg chg="add mod">
          <ac:chgData name="María Jesús Algar Díaz" userId="S::mariajesus.algar@urjc.es::dc2b64b8-f97f-4641-883e-c9a3add0d754" providerId="AD" clId="Web-{D2B8B1F2-4684-47BE-89A6-2AAE92B71A15}" dt="2022-03-07T09:48:01.303" v="383" actId="1076"/>
          <ac:spMkLst>
            <pc:docMk/>
            <pc:sldMk cId="295087065" sldId="555"/>
            <ac:spMk id="3" creationId="{7DE97977-924C-4738-9FF4-E28FE49DEE69}"/>
          </ac:spMkLst>
        </pc:spChg>
        <pc:spChg chg="add mod">
          <ac:chgData name="María Jesús Algar Díaz" userId="S::mariajesus.algar@urjc.es::dc2b64b8-f97f-4641-883e-c9a3add0d754" providerId="AD" clId="Web-{D2B8B1F2-4684-47BE-89A6-2AAE92B71A15}" dt="2022-03-07T09:47:58.099" v="382"/>
          <ac:spMkLst>
            <pc:docMk/>
            <pc:sldMk cId="295087065" sldId="555"/>
            <ac:spMk id="4" creationId="{D3BBDA1C-AEE5-4EA8-86E1-47B2FB99A391}"/>
          </ac:spMkLst>
        </pc:spChg>
        <pc:spChg chg="mod">
          <ac:chgData name="María Jesús Algar Díaz" userId="S::mariajesus.algar@urjc.es::dc2b64b8-f97f-4641-883e-c9a3add0d754" providerId="AD" clId="Web-{D2B8B1F2-4684-47BE-89A6-2AAE92B71A15}" dt="2022-03-07T09:47:18.503" v="354" actId="20577"/>
          <ac:spMkLst>
            <pc:docMk/>
            <pc:sldMk cId="295087065" sldId="555"/>
            <ac:spMk id="6147" creationId="{00000000-0000-0000-0000-000000000000}"/>
          </ac:spMkLst>
        </pc:spChg>
      </pc:sldChg>
      <pc:sldChg chg="ord">
        <pc:chgData name="María Jesús Algar Díaz" userId="S::mariajesus.algar@urjc.es::dc2b64b8-f97f-4641-883e-c9a3add0d754" providerId="AD" clId="Web-{D2B8B1F2-4684-47BE-89A6-2AAE92B71A15}" dt="2022-03-07T09:39:19.803" v="5"/>
        <pc:sldMkLst>
          <pc:docMk/>
          <pc:sldMk cId="168610129" sldId="556"/>
        </pc:sldMkLst>
      </pc:sldChg>
      <pc:sldChg chg="modSp add replId">
        <pc:chgData name="María Jesús Algar Díaz" userId="S::mariajesus.algar@urjc.es::dc2b64b8-f97f-4641-883e-c9a3add0d754" providerId="AD" clId="Web-{D2B8B1F2-4684-47BE-89A6-2AAE92B71A15}" dt="2022-03-07T09:45:07.105" v="251" actId="20577"/>
        <pc:sldMkLst>
          <pc:docMk/>
          <pc:sldMk cId="1023854477" sldId="557"/>
        </pc:sldMkLst>
        <pc:spChg chg="mod">
          <ac:chgData name="María Jesús Algar Díaz" userId="S::mariajesus.algar@urjc.es::dc2b64b8-f97f-4641-883e-c9a3add0d754" providerId="AD" clId="Web-{D2B8B1F2-4684-47BE-89A6-2AAE92B71A15}" dt="2022-03-07T09:42:24.095" v="114" actId="20577"/>
          <ac:spMkLst>
            <pc:docMk/>
            <pc:sldMk cId="1023854477" sldId="557"/>
            <ac:spMk id="6146" creationId="{00000000-0000-0000-0000-000000000000}"/>
          </ac:spMkLst>
        </pc:spChg>
        <pc:spChg chg="mod">
          <ac:chgData name="María Jesús Algar Díaz" userId="S::mariajesus.algar@urjc.es::dc2b64b8-f97f-4641-883e-c9a3add0d754" providerId="AD" clId="Web-{D2B8B1F2-4684-47BE-89A6-2AAE92B71A15}" dt="2022-03-07T09:45:07.105" v="251" actId="20577"/>
          <ac:spMkLst>
            <pc:docMk/>
            <pc:sldMk cId="1023854477" sldId="557"/>
            <ac:spMk id="6147" creationId="{00000000-0000-0000-0000-000000000000}"/>
          </ac:spMkLst>
        </pc:spChg>
      </pc:sldChg>
      <pc:sldChg chg="modSp add replId">
        <pc:chgData name="María Jesús Algar Díaz" userId="S::mariajesus.algar@urjc.es::dc2b64b8-f97f-4641-883e-c9a3add0d754" providerId="AD" clId="Web-{D2B8B1F2-4684-47BE-89A6-2AAE92B71A15}" dt="2022-03-07T09:46:20.484" v="324" actId="20577"/>
        <pc:sldMkLst>
          <pc:docMk/>
          <pc:sldMk cId="1770753396" sldId="558"/>
        </pc:sldMkLst>
        <pc:spChg chg="mod">
          <ac:chgData name="María Jesús Algar Díaz" userId="S::mariajesus.algar@urjc.es::dc2b64b8-f97f-4641-883e-c9a3add0d754" providerId="AD" clId="Web-{D2B8B1F2-4684-47BE-89A6-2AAE92B71A15}" dt="2022-03-07T09:46:20.484" v="324" actId="20577"/>
          <ac:spMkLst>
            <pc:docMk/>
            <pc:sldMk cId="1770753396" sldId="558"/>
            <ac:spMk id="6147" creationId="{00000000-0000-0000-0000-000000000000}"/>
          </ac:spMkLst>
        </pc:spChg>
      </pc:sldChg>
      <pc:sldChg chg="modSp add replId">
        <pc:chgData name="María Jesús Algar Díaz" userId="S::mariajesus.algar@urjc.es::dc2b64b8-f97f-4641-883e-c9a3add0d754" providerId="AD" clId="Web-{D2B8B1F2-4684-47BE-89A6-2AAE92B71A15}" dt="2022-03-07T09:49:05.197" v="405" actId="20577"/>
        <pc:sldMkLst>
          <pc:docMk/>
          <pc:sldMk cId="141102229" sldId="559"/>
        </pc:sldMkLst>
        <pc:spChg chg="mod">
          <ac:chgData name="María Jesús Algar Díaz" userId="S::mariajesus.algar@urjc.es::dc2b64b8-f97f-4641-883e-c9a3add0d754" providerId="AD" clId="Web-{D2B8B1F2-4684-47BE-89A6-2AAE92B71A15}" dt="2022-03-07T09:49:05.197" v="405" actId="20577"/>
          <ac:spMkLst>
            <pc:docMk/>
            <pc:sldMk cId="141102229" sldId="559"/>
            <ac:spMk id="6146" creationId="{00000000-0000-0000-0000-000000000000}"/>
          </ac:spMkLst>
        </pc:spChg>
        <pc:spChg chg="mod">
          <ac:chgData name="María Jesús Algar Díaz" userId="S::mariajesus.algar@urjc.es::dc2b64b8-f97f-4641-883e-c9a3add0d754" providerId="AD" clId="Web-{D2B8B1F2-4684-47BE-89A6-2AAE92B71A15}" dt="2022-03-07T09:48:49.649" v="400" actId="20577"/>
          <ac:spMkLst>
            <pc:docMk/>
            <pc:sldMk cId="141102229" sldId="559"/>
            <ac:spMk id="6147" creationId="{00000000-0000-0000-0000-000000000000}"/>
          </ac:spMkLst>
        </pc:spChg>
      </pc:sldChg>
    </pc:docChg>
  </pc:docChgLst>
  <pc:docChgLst>
    <pc:chgData name="Jesús Sanchez-Oro Calvo" userId="S::jesus.sanchezoro@urjc.es::7a1a82d3-2fa3-4ccc-a987-67365126dc6a" providerId="AD" clId="Web-{41286508-7945-4533-B663-E9F347088DCA}"/>
    <pc:docChg chg="addSld modSld">
      <pc:chgData name="Jesús Sanchez-Oro Calvo" userId="S::jesus.sanchezoro@urjc.es::7a1a82d3-2fa3-4ccc-a987-67365126dc6a" providerId="AD" clId="Web-{41286508-7945-4533-B663-E9F347088DCA}" dt="2020-03-03T20:55:20.892" v="474" actId="20577"/>
      <pc:docMkLst>
        <pc:docMk/>
      </pc:docMkLst>
      <pc:sldChg chg="modSp add replId">
        <pc:chgData name="Jesús Sanchez-Oro Calvo" userId="S::jesus.sanchezoro@urjc.es::7a1a82d3-2fa3-4ccc-a987-67365126dc6a" providerId="AD" clId="Web-{41286508-7945-4533-B663-E9F347088DCA}" dt="2020-03-03T20:55:20.892" v="474" actId="20577"/>
        <pc:sldMkLst>
          <pc:docMk/>
          <pc:sldMk cId="4114996785" sldId="514"/>
        </pc:sldMkLst>
        <pc:spChg chg="mod">
          <ac:chgData name="Jesús Sanchez-Oro Calvo" userId="S::jesus.sanchezoro@urjc.es::7a1a82d3-2fa3-4ccc-a987-67365126dc6a" providerId="AD" clId="Web-{41286508-7945-4533-B663-E9F347088DCA}" dt="2020-03-03T20:55:20.892" v="474" actId="20577"/>
          <ac:spMkLst>
            <pc:docMk/>
            <pc:sldMk cId="4114996785" sldId="514"/>
            <ac:spMk id="3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40175998-6B05-40E4-BDCD-701F478FD1FF}"/>
    <pc:docChg chg="addSld modSld">
      <pc:chgData name="Dolores Cuadra Fernández" userId="S::dolores.cuadra@urjc.es::3973a3dd-a11e-44c1-9158-1b4a8d8c39da" providerId="AD" clId="Web-{40175998-6B05-40E4-BDCD-701F478FD1FF}" dt="2021-03-02T10:04:19.060" v="96" actId="1076"/>
      <pc:docMkLst>
        <pc:docMk/>
      </pc:docMkLst>
      <pc:sldChg chg="addSp modSp">
        <pc:chgData name="Dolores Cuadra Fernández" userId="S::dolores.cuadra@urjc.es::3973a3dd-a11e-44c1-9158-1b4a8d8c39da" providerId="AD" clId="Web-{40175998-6B05-40E4-BDCD-701F478FD1FF}" dt="2021-03-02T09:56:20.193" v="87" actId="1076"/>
        <pc:sldMkLst>
          <pc:docMk/>
          <pc:sldMk cId="993144657" sldId="495"/>
        </pc:sldMkLst>
        <pc:spChg chg="mod">
          <ac:chgData name="Dolores Cuadra Fernández" userId="S::dolores.cuadra@urjc.es::3973a3dd-a11e-44c1-9158-1b4a8d8c39da" providerId="AD" clId="Web-{40175998-6B05-40E4-BDCD-701F478FD1FF}" dt="2021-03-02T09:54:59.879" v="20" actId="20577"/>
          <ac:spMkLst>
            <pc:docMk/>
            <pc:sldMk cId="993144657" sldId="495"/>
            <ac:spMk id="4" creationId="{16978F53-D373-424F-A3D0-F322B7719B67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6:13.115" v="85" actId="1076"/>
          <ac:spMkLst>
            <pc:docMk/>
            <pc:sldMk cId="993144657" sldId="495"/>
            <ac:spMk id="9" creationId="{41B4B663-9080-426C-A78A-97726568A45E}"/>
          </ac:spMkLst>
        </pc:spChg>
        <pc:spChg chg="add mod">
          <ac:chgData name="Dolores Cuadra Fernández" userId="S::dolores.cuadra@urjc.es::3973a3dd-a11e-44c1-9158-1b4a8d8c39da" providerId="AD" clId="Web-{40175998-6B05-40E4-BDCD-701F478FD1FF}" dt="2021-03-02T09:56:11.005" v="84" actId="1076"/>
          <ac:spMkLst>
            <pc:docMk/>
            <pc:sldMk cId="993144657" sldId="495"/>
            <ac:spMk id="10" creationId="{022EA286-F7DD-4639-AFBE-E15424D3EC4D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6:16.099" v="86" actId="1076"/>
          <ac:spMkLst>
            <pc:docMk/>
            <pc:sldMk cId="993144657" sldId="495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6:20.193" v="87" actId="1076"/>
          <ac:spMkLst>
            <pc:docMk/>
            <pc:sldMk cId="993144657" sldId="495"/>
            <ac:spMk id="18" creationId="{E002362C-B421-4EF0-AA51-8B065780455A}"/>
          </ac:spMkLst>
        </pc:spChg>
      </pc:sldChg>
      <pc:sldChg chg="modSp">
        <pc:chgData name="Dolores Cuadra Fernández" userId="S::dolores.cuadra@urjc.es::3973a3dd-a11e-44c1-9158-1b4a8d8c39da" providerId="AD" clId="Web-{40175998-6B05-40E4-BDCD-701F478FD1FF}" dt="2021-03-02T09:54:50.020" v="19" actId="1076"/>
        <pc:sldMkLst>
          <pc:docMk/>
          <pc:sldMk cId="1046410554" sldId="525"/>
        </pc:sldMkLst>
        <pc:spChg chg="mod">
          <ac:chgData name="Dolores Cuadra Fernández" userId="S::dolores.cuadra@urjc.es::3973a3dd-a11e-44c1-9158-1b4a8d8c39da" providerId="AD" clId="Web-{40175998-6B05-40E4-BDCD-701F478FD1FF}" dt="2021-03-02T09:53:53.737" v="5" actId="20577"/>
          <ac:spMkLst>
            <pc:docMk/>
            <pc:sldMk cId="1046410554" sldId="525"/>
            <ac:spMk id="4" creationId="{16978F53-D373-424F-A3D0-F322B7719B67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4:50.020" v="19" actId="1076"/>
          <ac:spMkLst>
            <pc:docMk/>
            <pc:sldMk cId="1046410554" sldId="525"/>
            <ac:spMk id="9" creationId="{D44D6E9D-73E0-4928-AB40-34B226D17DBF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4:39.551" v="14" actId="1076"/>
          <ac:spMkLst>
            <pc:docMk/>
            <pc:sldMk cId="1046410554" sldId="525"/>
            <ac:spMk id="10" creationId="{2059065E-E85A-4A35-9FD4-E87CDED0F102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4:00.769" v="7" actId="20577"/>
          <ac:spMkLst>
            <pc:docMk/>
            <pc:sldMk cId="1046410554" sldId="525"/>
            <ac:spMk id="15" creationId="{606A9D69-A855-4CAC-8656-7214B37B71DD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4:31.754" v="13" actId="1076"/>
          <ac:spMkLst>
            <pc:docMk/>
            <pc:sldMk cId="1046410554" sldId="525"/>
            <ac:spMk id="18" creationId="{E002362C-B421-4EF0-AA51-8B065780455A}"/>
          </ac:spMkLst>
        </pc:spChg>
        <pc:spChg chg="mod">
          <ac:chgData name="Dolores Cuadra Fernández" userId="S::dolores.cuadra@urjc.es::3973a3dd-a11e-44c1-9158-1b4a8d8c39da" providerId="AD" clId="Web-{40175998-6B05-40E4-BDCD-701F478FD1FF}" dt="2021-03-02T09:53:30.362" v="0" actId="1076"/>
          <ac:spMkLst>
            <pc:docMk/>
            <pc:sldMk cId="1046410554" sldId="525"/>
            <ac:spMk id="23" creationId="{00000000-0000-0000-0000-000000000000}"/>
          </ac:spMkLst>
        </pc:spChg>
      </pc:sldChg>
      <pc:sldChg chg="modSp add replId">
        <pc:chgData name="Dolores Cuadra Fernández" userId="S::dolores.cuadra@urjc.es::3973a3dd-a11e-44c1-9158-1b4a8d8c39da" providerId="AD" clId="Web-{40175998-6B05-40E4-BDCD-701F478FD1FF}" dt="2021-03-02T10:04:19.060" v="96" actId="1076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40175998-6B05-40E4-BDCD-701F478FD1FF}" dt="2021-03-02T10:04:19.060" v="96" actId="1076"/>
          <ac:spMkLst>
            <pc:docMk/>
            <pc:sldMk cId="473911143" sldId="526"/>
            <ac:spMk id="23" creationId="{00000000-0000-0000-0000-000000000000}"/>
          </ac:spMkLst>
        </pc:spChg>
      </pc:sldChg>
    </pc:docChg>
  </pc:docChgLst>
  <pc:docChgLst>
    <pc:chgData name="Paloma Cáceres García De Marina" userId="S::paloma.caceres@urjc.es::7516f0e2-be62-4205-91e6-1d37ec21b52a" providerId="AD" clId="Web-{6DE40C0F-2CA6-F999-5773-0D4FFECD9C8B}"/>
    <pc:docChg chg="modSld">
      <pc:chgData name="Paloma Cáceres García De Marina" userId="S::paloma.caceres@urjc.es::7516f0e2-be62-4205-91e6-1d37ec21b52a" providerId="AD" clId="Web-{6DE40C0F-2CA6-F999-5773-0D4FFECD9C8B}" dt="2021-03-04T14:24:21.972" v="53"/>
      <pc:docMkLst>
        <pc:docMk/>
      </pc:docMkLst>
      <pc:sldChg chg="modSp">
        <pc:chgData name="Paloma Cáceres García De Marina" userId="S::paloma.caceres@urjc.es::7516f0e2-be62-4205-91e6-1d37ec21b52a" providerId="AD" clId="Web-{6DE40C0F-2CA6-F999-5773-0D4FFECD9C8B}" dt="2021-03-04T14:24:21.972" v="53"/>
        <pc:sldMkLst>
          <pc:docMk/>
          <pc:sldMk cId="59982092" sldId="527"/>
        </pc:sldMkLst>
        <pc:graphicFrameChg chg="mod modGraphic">
          <ac:chgData name="Paloma Cáceres García De Marina" userId="S::paloma.caceres@urjc.es::7516f0e2-be62-4205-91e6-1d37ec21b52a" providerId="AD" clId="Web-{6DE40C0F-2CA6-F999-5773-0D4FFECD9C8B}" dt="2021-03-04T14:24:21.972" v="53"/>
          <ac:graphicFrameMkLst>
            <pc:docMk/>
            <pc:sldMk cId="59982092" sldId="527"/>
            <ac:graphicFrameMk id="5" creationId="{62F6DED2-3341-4E0E-94F6-CB69DEC60DC5}"/>
          </ac:graphicFrameMkLst>
        </pc:graphicFrameChg>
      </pc:sldChg>
    </pc:docChg>
  </pc:docChgLst>
  <pc:docChgLst>
    <pc:chgData name="Dolores Cuadra Fernández" userId="S::dolores.cuadra@urjc.es::3973a3dd-a11e-44c1-9158-1b4a8d8c39da" providerId="AD" clId="Web-{5B442E9A-E4DE-4A7E-94AE-E6E78FAFDEE9}"/>
    <pc:docChg chg="modSld">
      <pc:chgData name="Dolores Cuadra Fernández" userId="S::dolores.cuadra@urjc.es::3973a3dd-a11e-44c1-9158-1b4a8d8c39da" providerId="AD" clId="Web-{5B442E9A-E4DE-4A7E-94AE-E6E78FAFDEE9}" dt="2021-03-03T18:47:02.829" v="26"/>
      <pc:docMkLst>
        <pc:docMk/>
      </pc:docMkLst>
      <pc:sldChg chg="modSp">
        <pc:chgData name="Dolores Cuadra Fernández" userId="S::dolores.cuadra@urjc.es::3973a3dd-a11e-44c1-9158-1b4a8d8c39da" providerId="AD" clId="Web-{5B442E9A-E4DE-4A7E-94AE-E6E78FAFDEE9}" dt="2021-03-03T18:47:02.829" v="26"/>
        <pc:sldMkLst>
          <pc:docMk/>
          <pc:sldMk cId="993144657" sldId="495"/>
        </pc:sldMkLst>
        <pc:graphicFrameChg chg="mod modGraphic">
          <ac:chgData name="Dolores Cuadra Fernández" userId="S::dolores.cuadra@urjc.es::3973a3dd-a11e-44c1-9158-1b4a8d8c39da" providerId="AD" clId="Web-{5B442E9A-E4DE-4A7E-94AE-E6E78FAFDEE9}" dt="2021-03-03T18:47:02.829" v="26"/>
          <ac:graphicFrameMkLst>
            <pc:docMk/>
            <pc:sldMk cId="993144657" sldId="495"/>
            <ac:graphicFrameMk id="3" creationId="{DC89BD87-F790-49D3-A398-F459F5A2E43F}"/>
          </ac:graphicFrameMkLst>
        </pc:graphicFrameChg>
      </pc:sldChg>
      <pc:sldChg chg="delSp modSp">
        <pc:chgData name="Dolores Cuadra Fernández" userId="S::dolores.cuadra@urjc.es::3973a3dd-a11e-44c1-9158-1b4a8d8c39da" providerId="AD" clId="Web-{5B442E9A-E4DE-4A7E-94AE-E6E78FAFDEE9}" dt="2021-03-03T18:45:44.421" v="4" actId="1076"/>
        <pc:sldMkLst>
          <pc:docMk/>
          <pc:sldMk cId="1004937467" sldId="524"/>
        </pc:sldMkLst>
        <pc:spChg chg="mod">
          <ac:chgData name="Dolores Cuadra Fernández" userId="S::dolores.cuadra@urjc.es::3973a3dd-a11e-44c1-9158-1b4a8d8c39da" providerId="AD" clId="Web-{5B442E9A-E4DE-4A7E-94AE-E6E78FAFDEE9}" dt="2021-03-03T18:45:44.421" v="4" actId="1076"/>
          <ac:spMkLst>
            <pc:docMk/>
            <pc:sldMk cId="1004937467" sldId="524"/>
            <ac:spMk id="7" creationId="{726D1E22-D6C1-4684-BD4E-6C74C3F039B4}"/>
          </ac:spMkLst>
        </pc:spChg>
        <pc:spChg chg="del">
          <ac:chgData name="Dolores Cuadra Fernández" userId="S::dolores.cuadra@urjc.es::3973a3dd-a11e-44c1-9158-1b4a8d8c39da" providerId="AD" clId="Web-{5B442E9A-E4DE-4A7E-94AE-E6E78FAFDEE9}" dt="2021-03-03T18:45:33.389" v="1"/>
          <ac:spMkLst>
            <pc:docMk/>
            <pc:sldMk cId="1004937467" sldId="524"/>
            <ac:spMk id="9" creationId="{BF24239E-3960-4C24-AB61-62737A57F913}"/>
          </ac:spMkLst>
        </pc:spChg>
        <pc:graphicFrameChg chg="mod">
          <ac:chgData name="Dolores Cuadra Fernández" userId="S::dolores.cuadra@urjc.es::3973a3dd-a11e-44c1-9158-1b4a8d8c39da" providerId="AD" clId="Web-{5B442E9A-E4DE-4A7E-94AE-E6E78FAFDEE9}" dt="2021-03-03T18:45:42.577" v="3" actId="1076"/>
          <ac:graphicFrameMkLst>
            <pc:docMk/>
            <pc:sldMk cId="1004937467" sldId="524"/>
            <ac:graphicFrameMk id="3" creationId="{136A8E17-E0E8-4AEC-B6C3-5607FD38BA5D}"/>
          </ac:graphicFrameMkLst>
        </pc:graphicFrameChg>
        <pc:graphicFrameChg chg="mod">
          <ac:chgData name="Dolores Cuadra Fernández" userId="S::dolores.cuadra@urjc.es::3973a3dd-a11e-44c1-9158-1b4a8d8c39da" providerId="AD" clId="Web-{5B442E9A-E4DE-4A7E-94AE-E6E78FAFDEE9}" dt="2021-03-03T18:45:38.483" v="2" actId="1076"/>
          <ac:graphicFrameMkLst>
            <pc:docMk/>
            <pc:sldMk cId="1004937467" sldId="524"/>
            <ac:graphicFrameMk id="6" creationId="{A8FDF164-1EA3-41F9-99FA-8F8B844FB467}"/>
          </ac:graphicFrameMkLst>
        </pc:graphicFrameChg>
        <pc:picChg chg="del">
          <ac:chgData name="Dolores Cuadra Fernández" userId="S::dolores.cuadra@urjc.es::3973a3dd-a11e-44c1-9158-1b4a8d8c39da" providerId="AD" clId="Web-{5B442E9A-E4DE-4A7E-94AE-E6E78FAFDEE9}" dt="2021-03-03T18:45:29.280" v="0"/>
          <ac:picMkLst>
            <pc:docMk/>
            <pc:sldMk cId="1004937467" sldId="524"/>
            <ac:picMk id="8" creationId="{BBBECC8A-572C-4C79-8E12-42B9FA443F38}"/>
          </ac:picMkLst>
        </pc:picChg>
      </pc:sldChg>
    </pc:docChg>
  </pc:docChgLst>
  <pc:docChgLst>
    <pc:chgData name="Dolores Cuadra Fernández" userId="S::dolores.cuadra@urjc.es::3973a3dd-a11e-44c1-9158-1b4a8d8c39da" providerId="AD" clId="Web-{EFD51A35-EBCD-4908-AFAD-B42343FC7D57}"/>
    <pc:docChg chg="delSld modSld">
      <pc:chgData name="Dolores Cuadra Fernández" userId="S::dolores.cuadra@urjc.es::3973a3dd-a11e-44c1-9158-1b4a8d8c39da" providerId="AD" clId="Web-{EFD51A35-EBCD-4908-AFAD-B42343FC7D57}" dt="2023-03-08T14:39:41.083" v="404" actId="20577"/>
      <pc:docMkLst>
        <pc:docMk/>
      </pc:docMkLst>
      <pc:sldChg chg="addSp modSp">
        <pc:chgData name="Dolores Cuadra Fernández" userId="S::dolores.cuadra@urjc.es::3973a3dd-a11e-44c1-9158-1b4a8d8c39da" providerId="AD" clId="Web-{EFD51A35-EBCD-4908-AFAD-B42343FC7D57}" dt="2023-03-08T14:29:40.905" v="222" actId="1076"/>
        <pc:sldMkLst>
          <pc:docMk/>
          <pc:sldMk cId="779758563" sldId="564"/>
        </pc:sldMkLst>
        <pc:spChg chg="mod">
          <ac:chgData name="Dolores Cuadra Fernández" userId="S::dolores.cuadra@urjc.es::3973a3dd-a11e-44c1-9158-1b4a8d8c39da" providerId="AD" clId="Web-{EFD51A35-EBCD-4908-AFAD-B42343FC7D57}" dt="2023-03-08T14:26:16.054" v="175" actId="1076"/>
          <ac:spMkLst>
            <pc:docMk/>
            <pc:sldMk cId="779758563" sldId="564"/>
            <ac:spMk id="3" creationId="{9E27BD4F-9572-1358-F479-5ABC0515568A}"/>
          </ac:spMkLst>
        </pc:spChg>
        <pc:spChg chg="mod">
          <ac:chgData name="Dolores Cuadra Fernández" userId="S::dolores.cuadra@urjc.es::3973a3dd-a11e-44c1-9158-1b4a8d8c39da" providerId="AD" clId="Web-{EFD51A35-EBCD-4908-AFAD-B42343FC7D57}" dt="2023-03-08T14:29:32.748" v="220" actId="20577"/>
          <ac:spMkLst>
            <pc:docMk/>
            <pc:sldMk cId="779758563" sldId="564"/>
            <ac:spMk id="4" creationId="{3656AE40-2485-AB75-64F4-D8D2E066DC6B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29:38.499" v="221" actId="1076"/>
          <ac:spMkLst>
            <pc:docMk/>
            <pc:sldMk cId="779758563" sldId="564"/>
            <ac:spMk id="5" creationId="{906EC3CC-2B28-2F28-11C5-678CF1F39A06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29:40.905" v="222" actId="1076"/>
          <ac:spMkLst>
            <pc:docMk/>
            <pc:sldMk cId="779758563" sldId="564"/>
            <ac:spMk id="6" creationId="{7BE60996-A8EF-5DE2-9818-8416BC8748DB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26:16.132" v="179" actId="1076"/>
          <ac:spMkLst>
            <pc:docMk/>
            <pc:sldMk cId="779758563" sldId="564"/>
            <ac:spMk id="7" creationId="{B03BF669-505E-10E0-155E-E187DECEEC6C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26:27.398" v="181"/>
          <ac:spMkLst>
            <pc:docMk/>
            <pc:sldMk cId="779758563" sldId="564"/>
            <ac:spMk id="8" creationId="{0644BA8E-0964-F84E-D3F3-833E4AAF07F1}"/>
          </ac:spMkLst>
        </pc:spChg>
        <pc:spChg chg="mod">
          <ac:chgData name="Dolores Cuadra Fernández" userId="S::dolores.cuadra@urjc.es::3973a3dd-a11e-44c1-9158-1b4a8d8c39da" providerId="AD" clId="Web-{EFD51A35-EBCD-4908-AFAD-B42343FC7D57}" dt="2023-03-08T14:26:02.803" v="174" actId="1076"/>
          <ac:spMkLst>
            <pc:docMk/>
            <pc:sldMk cId="779758563" sldId="564"/>
            <ac:spMk id="6146" creationId="{00000000-0000-0000-0000-000000000000}"/>
          </ac:spMkLst>
        </pc:spChg>
      </pc:sldChg>
      <pc:sldChg chg="addSp modSp">
        <pc:chgData name="Dolores Cuadra Fernández" userId="S::dolores.cuadra@urjc.es::3973a3dd-a11e-44c1-9158-1b4a8d8c39da" providerId="AD" clId="Web-{EFD51A35-EBCD-4908-AFAD-B42343FC7D57}" dt="2023-03-08T14:39:41.083" v="404" actId="20577"/>
        <pc:sldMkLst>
          <pc:docMk/>
          <pc:sldMk cId="2494541123" sldId="580"/>
        </pc:sldMkLst>
        <pc:spChg chg="mod">
          <ac:chgData name="Dolores Cuadra Fernández" userId="S::dolores.cuadra@urjc.es::3973a3dd-a11e-44c1-9158-1b4a8d8c39da" providerId="AD" clId="Web-{EFD51A35-EBCD-4908-AFAD-B42343FC7D57}" dt="2023-03-08T14:28:00.307" v="191" actId="20577"/>
          <ac:spMkLst>
            <pc:docMk/>
            <pc:sldMk cId="2494541123" sldId="580"/>
            <ac:spMk id="3" creationId="{8B2E1B5B-F1F0-5A93-F5EA-786382B762F9}"/>
          </ac:spMkLst>
        </pc:spChg>
        <pc:spChg chg="mod">
          <ac:chgData name="Dolores Cuadra Fernández" userId="S::dolores.cuadra@urjc.es::3973a3dd-a11e-44c1-9158-1b4a8d8c39da" providerId="AD" clId="Web-{EFD51A35-EBCD-4908-AFAD-B42343FC7D57}" dt="2023-03-08T14:39:41.083" v="404" actId="20577"/>
          <ac:spMkLst>
            <pc:docMk/>
            <pc:sldMk cId="2494541123" sldId="580"/>
            <ac:spMk id="4" creationId="{0A2EAEF6-B764-BF46-31B8-BEEF8E2001A1}"/>
          </ac:spMkLst>
        </pc:spChg>
        <pc:spChg chg="mod">
          <ac:chgData name="Dolores Cuadra Fernández" userId="S::dolores.cuadra@urjc.es::3973a3dd-a11e-44c1-9158-1b4a8d8c39da" providerId="AD" clId="Web-{EFD51A35-EBCD-4908-AFAD-B42343FC7D57}" dt="2023-03-08T14:38:00.157" v="401" actId="1076"/>
          <ac:spMkLst>
            <pc:docMk/>
            <pc:sldMk cId="2494541123" sldId="580"/>
            <ac:spMk id="5" creationId="{543F0EDE-EED8-F8DE-4B01-E93E977ED77D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37:55.423" v="400" actId="20577"/>
          <ac:spMkLst>
            <pc:docMk/>
            <pc:sldMk cId="2494541123" sldId="580"/>
            <ac:spMk id="6" creationId="{5C23AF5F-D869-EB23-AAC9-BC9D3ED7CAC9}"/>
          </ac:spMkLst>
        </pc:spChg>
        <pc:spChg chg="add mod">
          <ac:chgData name="Dolores Cuadra Fernández" userId="S::dolores.cuadra@urjc.es::3973a3dd-a11e-44c1-9158-1b4a8d8c39da" providerId="AD" clId="Web-{EFD51A35-EBCD-4908-AFAD-B42343FC7D57}" dt="2023-03-08T14:38:37.253" v="403"/>
          <ac:spMkLst>
            <pc:docMk/>
            <pc:sldMk cId="2494541123" sldId="580"/>
            <ac:spMk id="7" creationId="{BBCF742C-5357-4F99-E160-7A9C0B677B95}"/>
          </ac:spMkLst>
        </pc:spChg>
      </pc:sldChg>
      <pc:sldChg chg="delSp modSp del">
        <pc:chgData name="Dolores Cuadra Fernández" userId="S::dolores.cuadra@urjc.es::3973a3dd-a11e-44c1-9158-1b4a8d8c39da" providerId="AD" clId="Web-{EFD51A35-EBCD-4908-AFAD-B42343FC7D57}" dt="2023-03-08T14:26:32.992" v="182"/>
        <pc:sldMkLst>
          <pc:docMk/>
          <pc:sldMk cId="2566163461" sldId="581"/>
        </pc:sldMkLst>
        <pc:spChg chg="del">
          <ac:chgData name="Dolores Cuadra Fernández" userId="S::dolores.cuadra@urjc.es::3973a3dd-a11e-44c1-9158-1b4a8d8c39da" providerId="AD" clId="Web-{EFD51A35-EBCD-4908-AFAD-B42343FC7D57}" dt="2023-03-08T14:23:53.127" v="138"/>
          <ac:spMkLst>
            <pc:docMk/>
            <pc:sldMk cId="2566163461" sldId="581"/>
            <ac:spMk id="3" creationId="{9E27BD4F-9572-1358-F479-5ABC0515568A}"/>
          </ac:spMkLst>
        </pc:spChg>
        <pc:spChg chg="del">
          <ac:chgData name="Dolores Cuadra Fernández" userId="S::dolores.cuadra@urjc.es::3973a3dd-a11e-44c1-9158-1b4a8d8c39da" providerId="AD" clId="Web-{EFD51A35-EBCD-4908-AFAD-B42343FC7D57}" dt="2023-03-08T14:24:07.768" v="143"/>
          <ac:spMkLst>
            <pc:docMk/>
            <pc:sldMk cId="2566163461" sldId="581"/>
            <ac:spMk id="4" creationId="{3656AE40-2485-AB75-64F4-D8D2E066DC6B}"/>
          </ac:spMkLst>
        </pc:spChg>
        <pc:spChg chg="del mod">
          <ac:chgData name="Dolores Cuadra Fernández" userId="S::dolores.cuadra@urjc.es::3973a3dd-a11e-44c1-9158-1b4a8d8c39da" providerId="AD" clId="Web-{EFD51A35-EBCD-4908-AFAD-B42343FC7D57}" dt="2023-03-08T14:22:41.702" v="107"/>
          <ac:spMkLst>
            <pc:docMk/>
            <pc:sldMk cId="2566163461" sldId="581"/>
            <ac:spMk id="7" creationId="{33CD9CFC-C84D-913B-3A6A-C8E63C5E828E}"/>
          </ac:spMkLst>
        </pc:spChg>
        <pc:spChg chg="del">
          <ac:chgData name="Dolores Cuadra Fernández" userId="S::dolores.cuadra@urjc.es::3973a3dd-a11e-44c1-9158-1b4a8d8c39da" providerId="AD" clId="Web-{EFD51A35-EBCD-4908-AFAD-B42343FC7D57}" dt="2023-03-08T14:22:58.390" v="110"/>
          <ac:spMkLst>
            <pc:docMk/>
            <pc:sldMk cId="2566163461" sldId="581"/>
            <ac:spMk id="8" creationId="{8C33A886-1D6C-112F-18B7-C963C5D524A7}"/>
          </ac:spMkLst>
        </pc:spChg>
      </pc:sldChg>
    </pc:docChg>
  </pc:docChgLst>
  <pc:docChgLst>
    <pc:chgData name="Jesús Sanchez-Oro Calvo" userId="S::jesus.sanchezoro@urjc.es::7a1a82d3-2fa3-4ccc-a987-67365126dc6a" providerId="AD" clId="Web-{E7E5BC75-3CA4-43C5-8E6B-6BBEEE31FFEE}"/>
    <pc:docChg chg="addSld delSld modSld">
      <pc:chgData name="Jesús Sanchez-Oro Calvo" userId="S::jesus.sanchezoro@urjc.es::7a1a82d3-2fa3-4ccc-a987-67365126dc6a" providerId="AD" clId="Web-{E7E5BC75-3CA4-43C5-8E6B-6BBEEE31FFEE}" dt="2021-03-01T13:53:55.393" v="550" actId="20577"/>
      <pc:docMkLst>
        <pc:docMk/>
      </pc:docMkLst>
      <pc:sldChg chg="modSp add del replId">
        <pc:chgData name="Jesús Sanchez-Oro Calvo" userId="S::jesus.sanchezoro@urjc.es::7a1a82d3-2fa3-4ccc-a987-67365126dc6a" providerId="AD" clId="Web-{E7E5BC75-3CA4-43C5-8E6B-6BBEEE31FFEE}" dt="2021-03-01T13:46:26.325" v="68"/>
        <pc:sldMkLst>
          <pc:docMk/>
          <pc:sldMk cId="1945517387" sldId="520"/>
        </pc:sldMkLst>
        <pc:spChg chg="mod">
          <ac:chgData name="Jesús Sanchez-Oro Calvo" userId="S::jesus.sanchezoro@urjc.es::7a1a82d3-2fa3-4ccc-a987-67365126dc6a" providerId="AD" clId="Web-{E7E5BC75-3CA4-43C5-8E6B-6BBEEE31FFEE}" dt="2021-03-01T13:46:20.950" v="66" actId="20577"/>
          <ac:spMkLst>
            <pc:docMk/>
            <pc:sldMk cId="1945517387" sldId="520"/>
            <ac:spMk id="3" creationId="{00000000-0000-0000-0000-000000000000}"/>
          </ac:spMkLst>
        </pc:spChg>
      </pc:sldChg>
      <pc:sldChg chg="modSp add replId">
        <pc:chgData name="Jesús Sanchez-Oro Calvo" userId="S::jesus.sanchezoro@urjc.es::7a1a82d3-2fa3-4ccc-a987-67365126dc6a" providerId="AD" clId="Web-{E7E5BC75-3CA4-43C5-8E6B-6BBEEE31FFEE}" dt="2021-03-01T13:49:58.578" v="331" actId="20577"/>
        <pc:sldMkLst>
          <pc:docMk/>
          <pc:sldMk cId="853102803" sldId="521"/>
        </pc:sldMkLst>
        <pc:spChg chg="mod">
          <ac:chgData name="Jesús Sanchez-Oro Calvo" userId="S::jesus.sanchezoro@urjc.es::7a1a82d3-2fa3-4ccc-a987-67365126dc6a" providerId="AD" clId="Web-{E7E5BC75-3CA4-43C5-8E6B-6BBEEE31FFEE}" dt="2021-03-01T13:49:58.578" v="331" actId="20577"/>
          <ac:spMkLst>
            <pc:docMk/>
            <pc:sldMk cId="853102803" sldId="521"/>
            <ac:spMk id="3" creationId="{00000000-0000-0000-0000-000000000000}"/>
          </ac:spMkLst>
        </pc:spChg>
      </pc:sldChg>
      <pc:sldChg chg="modSp add replId">
        <pc:chgData name="Jesús Sanchez-Oro Calvo" userId="S::jesus.sanchezoro@urjc.es::7a1a82d3-2fa3-4ccc-a987-67365126dc6a" providerId="AD" clId="Web-{E7E5BC75-3CA4-43C5-8E6B-6BBEEE31FFEE}" dt="2021-03-01T13:47:03.420" v="134" actId="20577"/>
        <pc:sldMkLst>
          <pc:docMk/>
          <pc:sldMk cId="4152924984" sldId="522"/>
        </pc:sldMkLst>
        <pc:spChg chg="mod">
          <ac:chgData name="Jesús Sanchez-Oro Calvo" userId="S::jesus.sanchezoro@urjc.es::7a1a82d3-2fa3-4ccc-a987-67365126dc6a" providerId="AD" clId="Web-{E7E5BC75-3CA4-43C5-8E6B-6BBEEE31FFEE}" dt="2021-03-01T13:47:03.420" v="134" actId="20577"/>
          <ac:spMkLst>
            <pc:docMk/>
            <pc:sldMk cId="4152924984" sldId="522"/>
            <ac:spMk id="3" creationId="{00000000-0000-0000-0000-000000000000}"/>
          </ac:spMkLst>
        </pc:spChg>
      </pc:sldChg>
      <pc:sldChg chg="modSp add replId">
        <pc:chgData name="Jesús Sanchez-Oro Calvo" userId="S::jesus.sanchezoro@urjc.es::7a1a82d3-2fa3-4ccc-a987-67365126dc6a" providerId="AD" clId="Web-{E7E5BC75-3CA4-43C5-8E6B-6BBEEE31FFEE}" dt="2021-03-01T13:53:55.393" v="550" actId="20577"/>
        <pc:sldMkLst>
          <pc:docMk/>
          <pc:sldMk cId="2971055945" sldId="523"/>
        </pc:sldMkLst>
        <pc:spChg chg="mod">
          <ac:chgData name="Jesús Sanchez-Oro Calvo" userId="S::jesus.sanchezoro@urjc.es::7a1a82d3-2fa3-4ccc-a987-67365126dc6a" providerId="AD" clId="Web-{E7E5BC75-3CA4-43C5-8E6B-6BBEEE31FFEE}" dt="2021-03-01T13:53:55.393" v="550" actId="20577"/>
          <ac:spMkLst>
            <pc:docMk/>
            <pc:sldMk cId="2971055945" sldId="523"/>
            <ac:spMk id="3" creationId="{00000000-0000-0000-0000-000000000000}"/>
          </ac:spMkLst>
        </pc:spChg>
      </pc:sldChg>
    </pc:docChg>
  </pc:docChgLst>
  <pc:docChgLst>
    <pc:chgData name="Oriol Borrás Gené" userId="S::oriol.borras@urjc.es::aea611aa-1d44-4c50-abd0-2064e044183a" providerId="AD" clId="Web-{A179D1DA-8E13-4C9B-862B-EA03E251EEC4}"/>
    <pc:docChg chg="modSld">
      <pc:chgData name="Oriol Borrás Gené" userId="S::oriol.borras@urjc.es::aea611aa-1d44-4c50-abd0-2064e044183a" providerId="AD" clId="Web-{A179D1DA-8E13-4C9B-862B-EA03E251EEC4}" dt="2020-03-03T18:08:36.582" v="169" actId="20577"/>
      <pc:docMkLst>
        <pc:docMk/>
      </pc:docMkLst>
      <pc:sldChg chg="modSp">
        <pc:chgData name="Oriol Borrás Gené" userId="S::oriol.borras@urjc.es::aea611aa-1d44-4c50-abd0-2064e044183a" providerId="AD" clId="Web-{A179D1DA-8E13-4C9B-862B-EA03E251EEC4}" dt="2020-03-03T18:07:50.020" v="121"/>
        <pc:sldMkLst>
          <pc:docMk/>
          <pc:sldMk cId="0" sldId="431"/>
        </pc:sldMkLst>
        <pc:spChg chg="mod">
          <ac:chgData name="Oriol Borrás Gené" userId="S::oriol.borras@urjc.es::aea611aa-1d44-4c50-abd0-2064e044183a" providerId="AD" clId="Web-{A179D1DA-8E13-4C9B-862B-EA03E251EEC4}" dt="2020-03-03T18:07:50.020" v="121"/>
          <ac:spMkLst>
            <pc:docMk/>
            <pc:sldMk cId="0" sldId="43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35.333" v="110"/>
        <pc:sldMkLst>
          <pc:docMk/>
          <pc:sldMk cId="0" sldId="432"/>
        </pc:sldMkLst>
        <pc:spChg chg="mod">
          <ac:chgData name="Oriol Borrás Gené" userId="S::oriol.borras@urjc.es::aea611aa-1d44-4c50-abd0-2064e044183a" providerId="AD" clId="Web-{A179D1DA-8E13-4C9B-862B-EA03E251EEC4}" dt="2020-03-03T18:07:35.333" v="110"/>
          <ac:spMkLst>
            <pc:docMk/>
            <pc:sldMk cId="0" sldId="432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32.473" v="109"/>
        <pc:sldMkLst>
          <pc:docMk/>
          <pc:sldMk cId="0" sldId="433"/>
        </pc:sldMkLst>
        <pc:spChg chg="mod">
          <ac:chgData name="Oriol Borrás Gené" userId="S::oriol.borras@urjc.es::aea611aa-1d44-4c50-abd0-2064e044183a" providerId="AD" clId="Web-{A179D1DA-8E13-4C9B-862B-EA03E251EEC4}" dt="2020-03-03T18:07:32.473" v="109"/>
          <ac:spMkLst>
            <pc:docMk/>
            <pc:sldMk cId="0" sldId="433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19.145" v="105"/>
        <pc:sldMkLst>
          <pc:docMk/>
          <pc:sldMk cId="0" sldId="435"/>
        </pc:sldMkLst>
        <pc:spChg chg="mod">
          <ac:chgData name="Oriol Borrás Gené" userId="S::oriol.borras@urjc.es::aea611aa-1d44-4c50-abd0-2064e044183a" providerId="AD" clId="Web-{A179D1DA-8E13-4C9B-862B-EA03E251EEC4}" dt="2020-03-03T18:07:19.145" v="105"/>
          <ac:spMkLst>
            <pc:docMk/>
            <pc:sldMk cId="0" sldId="435"/>
            <ac:spMk id="3" creationId="{21BC4A1D-CABB-46E8-B9C6-541E01AAA841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1:54.224" v="23" actId="20577"/>
          <ac:spMkLst>
            <pc:docMk/>
            <pc:sldMk cId="0" sldId="435"/>
            <ac:spMk id="8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16.004" v="104"/>
        <pc:sldMkLst>
          <pc:docMk/>
          <pc:sldMk cId="0" sldId="436"/>
        </pc:sldMkLst>
        <pc:spChg chg="mod">
          <ac:chgData name="Oriol Borrás Gené" userId="S::oriol.borras@urjc.es::aea611aa-1d44-4c50-abd0-2064e044183a" providerId="AD" clId="Web-{A179D1DA-8E13-4C9B-862B-EA03E251EEC4}" dt="2020-03-03T18:07:16.004" v="104"/>
          <ac:spMkLst>
            <pc:docMk/>
            <pc:sldMk cId="0" sldId="436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12.676" v="103"/>
        <pc:sldMkLst>
          <pc:docMk/>
          <pc:sldMk cId="0" sldId="437"/>
        </pc:sldMkLst>
        <pc:spChg chg="mod">
          <ac:chgData name="Oriol Borrás Gené" userId="S::oriol.borras@urjc.es::aea611aa-1d44-4c50-abd0-2064e044183a" providerId="AD" clId="Web-{A179D1DA-8E13-4C9B-862B-EA03E251EEC4}" dt="2020-03-03T18:07:12.676" v="103"/>
          <ac:spMkLst>
            <pc:docMk/>
            <pc:sldMk cId="0" sldId="437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05.692" v="102"/>
        <pc:sldMkLst>
          <pc:docMk/>
          <pc:sldMk cId="0" sldId="438"/>
        </pc:sldMkLst>
        <pc:spChg chg="mod">
          <ac:chgData name="Oriol Borrás Gené" userId="S::oriol.borras@urjc.es::aea611aa-1d44-4c50-abd0-2064e044183a" providerId="AD" clId="Web-{A179D1DA-8E13-4C9B-862B-EA03E251EEC4}" dt="2020-03-03T18:07:05.692" v="102"/>
          <ac:spMkLst>
            <pc:docMk/>
            <pc:sldMk cId="0" sldId="438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56.911" v="100"/>
        <pc:sldMkLst>
          <pc:docMk/>
          <pc:sldMk cId="0" sldId="439"/>
        </pc:sldMkLst>
        <pc:spChg chg="mod">
          <ac:chgData name="Oriol Borrás Gené" userId="S::oriol.borras@urjc.es::aea611aa-1d44-4c50-abd0-2064e044183a" providerId="AD" clId="Web-{A179D1DA-8E13-4C9B-862B-EA03E251EEC4}" dt="2020-03-03T18:06:56.911" v="100"/>
          <ac:spMkLst>
            <pc:docMk/>
            <pc:sldMk cId="0" sldId="439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49.286" v="98"/>
        <pc:sldMkLst>
          <pc:docMk/>
          <pc:sldMk cId="0" sldId="440"/>
        </pc:sldMkLst>
        <pc:spChg chg="mod">
          <ac:chgData name="Oriol Borrás Gené" userId="S::oriol.borras@urjc.es::aea611aa-1d44-4c50-abd0-2064e044183a" providerId="AD" clId="Web-{A179D1DA-8E13-4C9B-862B-EA03E251EEC4}" dt="2020-03-03T18:06:49.286" v="98"/>
          <ac:spMkLst>
            <pc:docMk/>
            <pc:sldMk cId="0" sldId="440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52.801" v="99"/>
        <pc:sldMkLst>
          <pc:docMk/>
          <pc:sldMk cId="0" sldId="441"/>
        </pc:sldMkLst>
        <pc:spChg chg="mod">
          <ac:chgData name="Oriol Borrás Gené" userId="S::oriol.borras@urjc.es::aea611aa-1d44-4c50-abd0-2064e044183a" providerId="AD" clId="Web-{A179D1DA-8E13-4C9B-862B-EA03E251EEC4}" dt="2020-03-03T18:06:52.801" v="99"/>
          <ac:spMkLst>
            <pc:docMk/>
            <pc:sldMk cId="0" sldId="44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41.364" v="94" actId="20577"/>
        <pc:sldMkLst>
          <pc:docMk/>
          <pc:sldMk cId="0" sldId="442"/>
        </pc:sldMkLst>
        <pc:spChg chg="mod">
          <ac:chgData name="Oriol Borrás Gené" userId="S::oriol.borras@urjc.es::aea611aa-1d44-4c50-abd0-2064e044183a" providerId="AD" clId="Web-{A179D1DA-8E13-4C9B-862B-EA03E251EEC4}" dt="2020-03-03T18:06:41.364" v="94" actId="20577"/>
          <ac:spMkLst>
            <pc:docMk/>
            <pc:sldMk cId="0" sldId="442"/>
            <ac:spMk id="3" creationId="{00000000-0000-0000-0000-000000000000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6:31.989" v="91"/>
          <ac:spMkLst>
            <pc:docMk/>
            <pc:sldMk cId="0" sldId="442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27.270" v="88" actId="20577"/>
        <pc:sldMkLst>
          <pc:docMk/>
          <pc:sldMk cId="0" sldId="443"/>
        </pc:sldMkLst>
        <pc:spChg chg="mod">
          <ac:chgData name="Oriol Borrás Gené" userId="S::oriol.borras@urjc.es::aea611aa-1d44-4c50-abd0-2064e044183a" providerId="AD" clId="Web-{A179D1DA-8E13-4C9B-862B-EA03E251EEC4}" dt="2020-03-03T18:06:27.270" v="88" actId="20577"/>
          <ac:spMkLst>
            <pc:docMk/>
            <pc:sldMk cId="0" sldId="443"/>
            <ac:spMk id="5" creationId="{00000000-0000-0000-0000-000000000000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6:24.739" v="87"/>
          <ac:spMkLst>
            <pc:docMk/>
            <pc:sldMk cId="0" sldId="443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6:21.286" v="86"/>
        <pc:sldMkLst>
          <pc:docMk/>
          <pc:sldMk cId="0" sldId="444"/>
        </pc:sldMkLst>
        <pc:spChg chg="mod">
          <ac:chgData name="Oriol Borrás Gené" userId="S::oriol.borras@urjc.es::aea611aa-1d44-4c50-abd0-2064e044183a" providerId="AD" clId="Web-{A179D1DA-8E13-4C9B-862B-EA03E251EEC4}" dt="2020-03-03T18:06:21.286" v="86"/>
          <ac:spMkLst>
            <pc:docMk/>
            <pc:sldMk cId="0" sldId="444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8:36.582" v="168" actId="20577"/>
        <pc:sldMkLst>
          <pc:docMk/>
          <pc:sldMk cId="0" sldId="445"/>
        </pc:sldMkLst>
        <pc:spChg chg="mod">
          <ac:chgData name="Oriol Borrás Gené" userId="S::oriol.borras@urjc.es::aea611aa-1d44-4c50-abd0-2064e044183a" providerId="AD" clId="Web-{A179D1DA-8E13-4C9B-862B-EA03E251EEC4}" dt="2020-03-03T18:08:36.582" v="168" actId="20577"/>
          <ac:spMkLst>
            <pc:docMk/>
            <pc:sldMk cId="0" sldId="445"/>
            <ac:spMk id="7" creationId="{00000000-0000-0000-0000-000000000000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6:16.302" v="85"/>
          <ac:spMkLst>
            <pc:docMk/>
            <pc:sldMk cId="0" sldId="445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8:04.989" v="123"/>
        <pc:sldMkLst>
          <pc:docMk/>
          <pc:sldMk cId="0" sldId="446"/>
        </pc:sldMkLst>
        <pc:spChg chg="mod">
          <ac:chgData name="Oriol Borrás Gené" userId="S::oriol.borras@urjc.es::aea611aa-1d44-4c50-abd0-2064e044183a" providerId="AD" clId="Web-{A179D1DA-8E13-4C9B-862B-EA03E251EEC4}" dt="2020-03-03T18:08:04.989" v="123"/>
          <ac:spMkLst>
            <pc:docMk/>
            <pc:sldMk cId="0" sldId="446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44.161" v="114" actId="20577"/>
        <pc:sldMkLst>
          <pc:docMk/>
          <pc:sldMk cId="4050408399" sldId="491"/>
        </pc:sldMkLst>
        <pc:spChg chg="mod">
          <ac:chgData name="Oriol Borrás Gené" userId="S::oriol.borras@urjc.es::aea611aa-1d44-4c50-abd0-2064e044183a" providerId="AD" clId="Web-{A179D1DA-8E13-4C9B-862B-EA03E251EEC4}" dt="2020-03-03T18:07:44.161" v="114" actId="20577"/>
          <ac:spMkLst>
            <pc:docMk/>
            <pc:sldMk cId="4050408399" sldId="491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21.708" v="106"/>
        <pc:sldMkLst>
          <pc:docMk/>
          <pc:sldMk cId="3022516431" sldId="492"/>
        </pc:sldMkLst>
        <pc:spChg chg="mod">
          <ac:chgData name="Oriol Borrás Gené" userId="S::oriol.borras@urjc.es::aea611aa-1d44-4c50-abd0-2064e044183a" providerId="AD" clId="Web-{A179D1DA-8E13-4C9B-862B-EA03E251EEC4}" dt="2020-03-03T18:01:42.677" v="14" actId="20577"/>
          <ac:spMkLst>
            <pc:docMk/>
            <pc:sldMk cId="3022516431" sldId="492"/>
            <ac:spMk id="6" creationId="{6FEBC4BE-C368-457E-BBC0-F4BF5B1EB551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1:38.802" v="8" actId="20577"/>
          <ac:spMkLst>
            <pc:docMk/>
            <pc:sldMk cId="3022516431" sldId="492"/>
            <ac:spMk id="11" creationId="{FD2B5FA1-2081-4B47-96A5-64FBDC059A62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7:21.708" v="106"/>
          <ac:spMkLst>
            <pc:docMk/>
            <pc:sldMk cId="3022516431" sldId="492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29.161" v="108"/>
        <pc:sldMkLst>
          <pc:docMk/>
          <pc:sldMk cId="2048370272" sldId="493"/>
        </pc:sldMkLst>
        <pc:spChg chg="mod">
          <ac:chgData name="Oriol Borrás Gené" userId="S::oriol.borras@urjc.es::aea611aa-1d44-4c50-abd0-2064e044183a" providerId="AD" clId="Web-{A179D1DA-8E13-4C9B-862B-EA03E251EEC4}" dt="2020-03-03T18:00:19.427" v="0" actId="1076"/>
          <ac:spMkLst>
            <pc:docMk/>
            <pc:sldMk cId="2048370272" sldId="493"/>
            <ac:spMk id="3" creationId="{6672C3C5-C000-4E72-8C8B-C0634E04314B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7:29.161" v="108"/>
          <ac:spMkLst>
            <pc:docMk/>
            <pc:sldMk cId="2048370272" sldId="493"/>
            <ac:spMk id="5" creationId="{4E3CABC5-9EA9-4AF4-B00A-CAEA1D22C768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25.895" v="107"/>
        <pc:sldMkLst>
          <pc:docMk/>
          <pc:sldMk cId="760049834" sldId="494"/>
        </pc:sldMkLst>
        <pc:spChg chg="mod">
          <ac:chgData name="Oriol Borrás Gené" userId="S::oriol.borras@urjc.es::aea611aa-1d44-4c50-abd0-2064e044183a" providerId="AD" clId="Web-{A179D1DA-8E13-4C9B-862B-EA03E251EEC4}" dt="2020-03-03T18:07:25.895" v="107"/>
          <ac:spMkLst>
            <pc:docMk/>
            <pc:sldMk cId="760049834" sldId="494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39.520" v="111"/>
        <pc:sldMkLst>
          <pc:docMk/>
          <pc:sldMk cId="993144657" sldId="495"/>
        </pc:sldMkLst>
        <pc:spChg chg="mod">
          <ac:chgData name="Oriol Borrás Gené" userId="S::oriol.borras@urjc.es::aea611aa-1d44-4c50-abd0-2064e044183a" providerId="AD" clId="Web-{A179D1DA-8E13-4C9B-862B-EA03E251EEC4}" dt="2020-03-03T18:07:39.520" v="111"/>
          <ac:spMkLst>
            <pc:docMk/>
            <pc:sldMk cId="993144657" sldId="495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01.223" v="101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A179D1DA-8E13-4C9B-862B-EA03E251EEC4}" dt="2020-03-03T18:07:01.223" v="101"/>
          <ac:spMkLst>
            <pc:docMk/>
            <pc:sldMk cId="3868182944" sldId="496"/>
            <ac:spMk id="23" creationId="{00000000-0000-0000-0000-000000000000}"/>
          </ac:spMkLst>
        </pc:spChg>
      </pc:sldChg>
      <pc:sldChg chg="modSp">
        <pc:chgData name="Oriol Borrás Gené" userId="S::oriol.borras@urjc.es::aea611aa-1d44-4c50-abd0-2064e044183a" providerId="AD" clId="Web-{A179D1DA-8E13-4C9B-862B-EA03E251EEC4}" dt="2020-03-03T18:07:58.426" v="122"/>
        <pc:sldMkLst>
          <pc:docMk/>
          <pc:sldMk cId="414915281" sldId="497"/>
        </pc:sldMkLst>
        <pc:spChg chg="mod">
          <ac:chgData name="Oriol Borrás Gené" userId="S::oriol.borras@urjc.es::aea611aa-1d44-4c50-abd0-2064e044183a" providerId="AD" clId="Web-{A179D1DA-8E13-4C9B-862B-EA03E251EEC4}" dt="2020-03-03T18:04:17.474" v="25" actId="1076"/>
          <ac:spMkLst>
            <pc:docMk/>
            <pc:sldMk cId="414915281" sldId="497"/>
            <ac:spMk id="4" creationId="{00000000-0000-0000-0000-000000000000}"/>
          </ac:spMkLst>
        </pc:spChg>
        <pc:spChg chg="mod">
          <ac:chgData name="Oriol Borrás Gené" userId="S::oriol.borras@urjc.es::aea611aa-1d44-4c50-abd0-2064e044183a" providerId="AD" clId="Web-{A179D1DA-8E13-4C9B-862B-EA03E251EEC4}" dt="2020-03-03T18:07:58.426" v="122"/>
          <ac:spMkLst>
            <pc:docMk/>
            <pc:sldMk cId="414915281" sldId="497"/>
            <ac:spMk id="23" creationId="{00000000-0000-0000-0000-000000000000}"/>
          </ac:spMkLst>
        </pc:spChg>
      </pc:sldChg>
    </pc:docChg>
  </pc:docChgLst>
  <pc:docChgLst>
    <pc:chgData name="Dolores Cuadra Fernández" userId="S::dolores.cuadra@urjc.es::3973a3dd-a11e-44c1-9158-1b4a8d8c39da" providerId="AD" clId="Web-{73807B9E-F9CB-45B0-96A6-515A4033C071}"/>
    <pc:docChg chg="delSld modSld">
      <pc:chgData name="Dolores Cuadra Fernández" userId="S::dolores.cuadra@urjc.es::3973a3dd-a11e-44c1-9158-1b4a8d8c39da" providerId="AD" clId="Web-{73807B9E-F9CB-45B0-96A6-515A4033C071}" dt="2021-03-04T11:07:00.005" v="1136" actId="1076"/>
      <pc:docMkLst>
        <pc:docMk/>
      </pc:docMkLst>
      <pc:sldChg chg="modSp del">
        <pc:chgData name="Dolores Cuadra Fernández" userId="S::dolores.cuadra@urjc.es::3973a3dd-a11e-44c1-9158-1b4a8d8c39da" providerId="AD" clId="Web-{73807B9E-F9CB-45B0-96A6-515A4033C071}" dt="2021-03-04T10:20:05.930" v="483"/>
        <pc:sldMkLst>
          <pc:docMk/>
          <pc:sldMk cId="0" sldId="443"/>
        </pc:sldMkLst>
        <pc:spChg chg="mod">
          <ac:chgData name="Dolores Cuadra Fernández" userId="S::dolores.cuadra@urjc.es::3973a3dd-a11e-44c1-9158-1b4a8d8c39da" providerId="AD" clId="Web-{73807B9E-F9CB-45B0-96A6-515A4033C071}" dt="2021-03-04T10:19:28.771" v="477" actId="1076"/>
          <ac:spMkLst>
            <pc:docMk/>
            <pc:sldMk cId="0" sldId="443"/>
            <ac:spMk id="2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19:45.326" v="481" actId="1076"/>
          <ac:spMkLst>
            <pc:docMk/>
            <pc:sldMk cId="0" sldId="443"/>
            <ac:spMk id="5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19:43.081" v="480" actId="1076"/>
          <ac:spMkLst>
            <pc:docMk/>
            <pc:sldMk cId="0" sldId="443"/>
            <ac:spMk id="15" creationId="{ADDE3484-57E6-4D53-B8F8-63397B3EE38F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19:38.239" v="478" actId="1076"/>
          <ac:spMkLst>
            <pc:docMk/>
            <pc:sldMk cId="0" sldId="443"/>
            <ac:spMk id="23" creationId="{00000000-0000-0000-0000-000000000000}"/>
          </ac:spMkLst>
        </pc:spChg>
        <pc:picChg chg="mod">
          <ac:chgData name="Dolores Cuadra Fernández" userId="S::dolores.cuadra@urjc.es::3973a3dd-a11e-44c1-9158-1b4a8d8c39da" providerId="AD" clId="Web-{73807B9E-F9CB-45B0-96A6-515A4033C071}" dt="2021-03-04T10:19:40.781" v="479" actId="1076"/>
          <ac:picMkLst>
            <pc:docMk/>
            <pc:sldMk cId="0" sldId="443"/>
            <ac:picMk id="4" creationId="{374E33A4-9E17-48D4-8579-D9E5237838D8}"/>
          </ac:picMkLst>
        </pc:picChg>
        <pc:picChg chg="mod">
          <ac:chgData name="Dolores Cuadra Fernández" userId="S::dolores.cuadra@urjc.es::3973a3dd-a11e-44c1-9158-1b4a8d8c39da" providerId="AD" clId="Web-{73807B9E-F9CB-45B0-96A6-515A4033C071}" dt="2021-03-04T10:19:48.590" v="482" actId="1076"/>
          <ac:picMkLst>
            <pc:docMk/>
            <pc:sldMk cId="0" sldId="443"/>
            <ac:picMk id="6" creationId="{3F2DBF22-93DD-4042-A6B5-DBD32C3A29AA}"/>
          </ac:picMkLst>
        </pc:picChg>
      </pc:sldChg>
      <pc:sldChg chg="addSp modSp">
        <pc:chgData name="Dolores Cuadra Fernández" userId="S::dolores.cuadra@urjc.es::3973a3dd-a11e-44c1-9158-1b4a8d8c39da" providerId="AD" clId="Web-{73807B9E-F9CB-45B0-96A6-515A4033C071}" dt="2021-03-04T10:43:26.557" v="626" actId="20577"/>
        <pc:sldMkLst>
          <pc:docMk/>
          <pc:sldMk cId="0" sldId="448"/>
        </pc:sldMkLst>
        <pc:spChg chg="mod">
          <ac:chgData name="Dolores Cuadra Fernández" userId="S::dolores.cuadra@urjc.es::3973a3dd-a11e-44c1-9158-1b4a8d8c39da" providerId="AD" clId="Web-{73807B9E-F9CB-45B0-96A6-515A4033C071}" dt="2021-03-04T10:40:04.481" v="603" actId="20577"/>
          <ac:spMkLst>
            <pc:docMk/>
            <pc:sldMk cId="0" sldId="448"/>
            <ac:spMk id="5" creationId="{566C5B35-392B-414A-AD81-20E5A9A95EB2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43:26.557" v="626" actId="20577"/>
          <ac:spMkLst>
            <pc:docMk/>
            <pc:sldMk cId="0" sldId="448"/>
            <ac:spMk id="6" creationId="{9FCFC6A1-3167-4B32-BD1F-76D52AEFCA48}"/>
          </ac:spMkLst>
        </pc:spChg>
        <pc:spChg chg="add mod">
          <ac:chgData name="Dolores Cuadra Fernández" userId="S::dolores.cuadra@urjc.es::3973a3dd-a11e-44c1-9158-1b4a8d8c39da" providerId="AD" clId="Web-{73807B9E-F9CB-45B0-96A6-515A4033C071}" dt="2021-03-04T10:35:21.448" v="545" actId="20577"/>
          <ac:spMkLst>
            <pc:docMk/>
            <pc:sldMk cId="0" sldId="448"/>
            <ac:spMk id="9" creationId="{60606D97-04F6-486C-BF23-8F34579D3354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6:19.492" v="494" actId="20577"/>
          <ac:spMkLst>
            <pc:docMk/>
            <pc:sldMk cId="0" sldId="448"/>
            <ac:spMk id="23" creationId="{00000000-0000-0000-0000-000000000000}"/>
          </ac:spMkLst>
        </pc:spChg>
      </pc:sldChg>
      <pc:sldChg chg="addSp delSp modSp">
        <pc:chgData name="Dolores Cuadra Fernández" userId="S::dolores.cuadra@urjc.es::3973a3dd-a11e-44c1-9158-1b4a8d8c39da" providerId="AD" clId="Web-{73807B9E-F9CB-45B0-96A6-515A4033C071}" dt="2021-03-04T11:00:55.060" v="879" actId="20577"/>
        <pc:sldMkLst>
          <pc:docMk/>
          <pc:sldMk cId="0" sldId="450"/>
        </pc:sldMkLst>
        <pc:spChg chg="del">
          <ac:chgData name="Dolores Cuadra Fernández" userId="S::dolores.cuadra@urjc.es::3973a3dd-a11e-44c1-9158-1b4a8d8c39da" providerId="AD" clId="Web-{73807B9E-F9CB-45B0-96A6-515A4033C071}" dt="2021-03-04T10:48:43.592" v="652"/>
          <ac:spMkLst>
            <pc:docMk/>
            <pc:sldMk cId="0" sldId="450"/>
            <ac:spMk id="3" creationId="{84C8BACF-159C-4F2A-B622-B821F2C5E327}"/>
          </ac:spMkLst>
        </pc:spChg>
        <pc:spChg chg="add mod">
          <ac:chgData name="Dolores Cuadra Fernández" userId="S::dolores.cuadra@urjc.es::3973a3dd-a11e-44c1-9158-1b4a8d8c39da" providerId="AD" clId="Web-{73807B9E-F9CB-45B0-96A6-515A4033C071}" dt="2021-03-04T10:57:39.532" v="785" actId="1076"/>
          <ac:spMkLst>
            <pc:docMk/>
            <pc:sldMk cId="0" sldId="450"/>
            <ac:spMk id="6" creationId="{6CC65542-DECC-4326-8326-AE09C3AF18C5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57:19.078" v="778" actId="1076"/>
          <ac:spMkLst>
            <pc:docMk/>
            <pc:sldMk cId="0" sldId="450"/>
            <ac:spMk id="7" creationId="{00000000-0000-0000-0000-000000000000}"/>
          </ac:spMkLst>
        </pc:spChg>
        <pc:spChg chg="add del mod">
          <ac:chgData name="Dolores Cuadra Fernández" userId="S::dolores.cuadra@urjc.es::3973a3dd-a11e-44c1-9158-1b4a8d8c39da" providerId="AD" clId="Web-{73807B9E-F9CB-45B0-96A6-515A4033C071}" dt="2021-03-04T10:57:29.328" v="782"/>
          <ac:spMkLst>
            <pc:docMk/>
            <pc:sldMk cId="0" sldId="450"/>
            <ac:spMk id="8" creationId="{7524A2A9-04E7-4BE2-825C-DA188050AA8F}"/>
          </ac:spMkLst>
        </pc:spChg>
        <pc:spChg chg="add mod">
          <ac:chgData name="Dolores Cuadra Fernández" userId="S::dolores.cuadra@urjc.es::3973a3dd-a11e-44c1-9158-1b4a8d8c39da" providerId="AD" clId="Web-{73807B9E-F9CB-45B0-96A6-515A4033C071}" dt="2021-03-04T11:00:55.060" v="879" actId="20577"/>
          <ac:spMkLst>
            <pc:docMk/>
            <pc:sldMk cId="0" sldId="450"/>
            <ac:spMk id="9" creationId="{D00EEC65-6F22-4B3A-B223-9749D94368D7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51:47.432" v="763"/>
          <ac:spMkLst>
            <pc:docMk/>
            <pc:sldMk cId="0" sldId="450"/>
            <ac:spMk id="23" creationId="{00000000-0000-0000-0000-000000000000}"/>
          </ac:spMkLst>
        </pc:spChg>
      </pc:sldChg>
      <pc:sldChg chg="modSp">
        <pc:chgData name="Dolores Cuadra Fernández" userId="S::dolores.cuadra@urjc.es::3973a3dd-a11e-44c1-9158-1b4a8d8c39da" providerId="AD" clId="Web-{73807B9E-F9CB-45B0-96A6-515A4033C071}" dt="2021-03-04T10:07:16.586" v="10"/>
        <pc:sldMkLst>
          <pc:docMk/>
          <pc:sldMk cId="993144657" sldId="495"/>
        </pc:sldMkLst>
        <pc:graphicFrameChg chg="mod modGraphic">
          <ac:chgData name="Dolores Cuadra Fernández" userId="S::dolores.cuadra@urjc.es::3973a3dd-a11e-44c1-9158-1b4a8d8c39da" providerId="AD" clId="Web-{73807B9E-F9CB-45B0-96A6-515A4033C071}" dt="2021-03-04T10:07:16.586" v="10"/>
          <ac:graphicFrameMkLst>
            <pc:docMk/>
            <pc:sldMk cId="993144657" sldId="495"/>
            <ac:graphicFrameMk id="3" creationId="{DC89BD87-F790-49D3-A398-F459F5A2E43F}"/>
          </ac:graphicFrameMkLst>
        </pc:graphicFrameChg>
      </pc:sldChg>
      <pc:sldChg chg="modSp">
        <pc:chgData name="Dolores Cuadra Fernández" userId="S::dolores.cuadra@urjc.es::3973a3dd-a11e-44c1-9158-1b4a8d8c39da" providerId="AD" clId="Web-{73807B9E-F9CB-45B0-96A6-515A4033C071}" dt="2021-03-04T11:07:00.005" v="1136" actId="1076"/>
        <pc:sldMkLst>
          <pc:docMk/>
          <pc:sldMk cId="3293163001" sldId="507"/>
        </pc:sldMkLst>
        <pc:spChg chg="mod">
          <ac:chgData name="Dolores Cuadra Fernández" userId="S::dolores.cuadra@urjc.es::3973a3dd-a11e-44c1-9158-1b4a8d8c39da" providerId="AD" clId="Web-{73807B9E-F9CB-45B0-96A6-515A4033C071}" dt="2021-03-04T11:06:57.599" v="1135" actId="1076"/>
          <ac:spMkLst>
            <pc:docMk/>
            <pc:sldMk cId="3293163001" sldId="507"/>
            <ac:spMk id="4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1:07:00.005" v="1136" actId="1076"/>
          <ac:spMkLst>
            <pc:docMk/>
            <pc:sldMk cId="3293163001" sldId="507"/>
            <ac:spMk id="23" creationId="{00000000-0000-0000-0000-000000000000}"/>
          </ac:spMkLst>
        </pc:spChg>
      </pc:sldChg>
      <pc:sldChg chg="modSp">
        <pc:chgData name="Dolores Cuadra Fernández" userId="S::dolores.cuadra@urjc.es::3973a3dd-a11e-44c1-9158-1b4a8d8c39da" providerId="AD" clId="Web-{73807B9E-F9CB-45B0-96A6-515A4033C071}" dt="2021-03-04T10:10:40.287" v="42" actId="1076"/>
        <pc:sldMkLst>
          <pc:docMk/>
          <pc:sldMk cId="473911143" sldId="526"/>
        </pc:sldMkLst>
        <pc:spChg chg="mod">
          <ac:chgData name="Dolores Cuadra Fernández" userId="S::dolores.cuadra@urjc.es::3973a3dd-a11e-44c1-9158-1b4a8d8c39da" providerId="AD" clId="Web-{73807B9E-F9CB-45B0-96A6-515A4033C071}" dt="2021-03-04T10:10:40.287" v="42" actId="1076"/>
          <ac:spMkLst>
            <pc:docMk/>
            <pc:sldMk cId="473911143" sldId="526"/>
            <ac:spMk id="15" creationId="{606A9D69-A855-4CAC-8656-7214B37B71DD}"/>
          </ac:spMkLst>
        </pc:spChg>
        <pc:graphicFrameChg chg="mod">
          <ac:chgData name="Dolores Cuadra Fernández" userId="S::dolores.cuadra@urjc.es::3973a3dd-a11e-44c1-9158-1b4a8d8c39da" providerId="AD" clId="Web-{73807B9E-F9CB-45B0-96A6-515A4033C071}" dt="2021-03-04T10:10:26.114" v="39" actId="1076"/>
          <ac:graphicFrameMkLst>
            <pc:docMk/>
            <pc:sldMk cId="473911143" sldId="526"/>
            <ac:graphicFrameMk id="10" creationId="{2E640F25-1AE8-40A1-9617-6A3C171E57FE}"/>
          </ac:graphicFrameMkLst>
        </pc:graphicFrameChg>
      </pc:sldChg>
      <pc:sldChg chg="modSp">
        <pc:chgData name="Dolores Cuadra Fernández" userId="S::dolores.cuadra@urjc.es::3973a3dd-a11e-44c1-9158-1b4a8d8c39da" providerId="AD" clId="Web-{73807B9E-F9CB-45B0-96A6-515A4033C071}" dt="2021-03-04T10:19:14.208" v="476" actId="1076"/>
        <pc:sldMkLst>
          <pc:docMk/>
          <pc:sldMk cId="59982092" sldId="527"/>
        </pc:sldMkLst>
        <pc:spChg chg="mod">
          <ac:chgData name="Dolores Cuadra Fernández" userId="S::dolores.cuadra@urjc.es::3973a3dd-a11e-44c1-9158-1b4a8d8c39da" providerId="AD" clId="Web-{73807B9E-F9CB-45B0-96A6-515A4033C071}" dt="2021-03-04T10:11:18.039" v="44" actId="1076"/>
          <ac:spMkLst>
            <pc:docMk/>
            <pc:sldMk cId="59982092" sldId="527"/>
            <ac:spMk id="15" creationId="{606A9D69-A855-4CAC-8656-7214B37B71DD}"/>
          </ac:spMkLst>
        </pc:spChg>
        <pc:graphicFrameChg chg="mod modGraphic">
          <ac:chgData name="Dolores Cuadra Fernández" userId="S::dolores.cuadra@urjc.es::3973a3dd-a11e-44c1-9158-1b4a8d8c39da" providerId="AD" clId="Web-{73807B9E-F9CB-45B0-96A6-515A4033C071}" dt="2021-03-04T10:19:14.208" v="476" actId="1076"/>
          <ac:graphicFrameMkLst>
            <pc:docMk/>
            <pc:sldMk cId="59982092" sldId="527"/>
            <ac:graphicFrameMk id="5" creationId="{62F6DED2-3341-4E0E-94F6-CB69DEC60DC5}"/>
          </ac:graphicFrameMkLst>
        </pc:graphicFrameChg>
        <pc:graphicFrameChg chg="mod">
          <ac:chgData name="Dolores Cuadra Fernández" userId="S::dolores.cuadra@urjc.es::3973a3dd-a11e-44c1-9158-1b4a8d8c39da" providerId="AD" clId="Web-{73807B9E-F9CB-45B0-96A6-515A4033C071}" dt="2021-03-04T10:11:15.476" v="43" actId="1076"/>
          <ac:graphicFrameMkLst>
            <pc:docMk/>
            <pc:sldMk cId="59982092" sldId="527"/>
            <ac:graphicFrameMk id="10" creationId="{B4D6B656-F549-43F1-8D67-B5489D00D3ED}"/>
          </ac:graphicFrameMkLst>
        </pc:graphicFrameChg>
      </pc:sldChg>
      <pc:sldChg chg="delSp modSp">
        <pc:chgData name="Dolores Cuadra Fernández" userId="S::dolores.cuadra@urjc.es::3973a3dd-a11e-44c1-9158-1b4a8d8c39da" providerId="AD" clId="Web-{73807B9E-F9CB-45B0-96A6-515A4033C071}" dt="2021-03-04T10:09:02.046" v="38"/>
        <pc:sldMkLst>
          <pc:docMk/>
          <pc:sldMk cId="801120230" sldId="528"/>
        </pc:sldMkLst>
        <pc:spChg chg="mod">
          <ac:chgData name="Dolores Cuadra Fernández" userId="S::dolores.cuadra@urjc.es::3973a3dd-a11e-44c1-9158-1b4a8d8c39da" providerId="AD" clId="Web-{73807B9E-F9CB-45B0-96A6-515A4033C071}" dt="2021-03-04T10:08:43.967" v="34" actId="1076"/>
          <ac:spMkLst>
            <pc:docMk/>
            <pc:sldMk cId="801120230" sldId="528"/>
            <ac:spMk id="9" creationId="{41B4B663-9080-426C-A78A-97726568A45E}"/>
          </ac:spMkLst>
        </pc:spChg>
        <pc:spChg chg="del">
          <ac:chgData name="Dolores Cuadra Fernández" userId="S::dolores.cuadra@urjc.es::3973a3dd-a11e-44c1-9158-1b4a8d8c39da" providerId="AD" clId="Web-{73807B9E-F9CB-45B0-96A6-515A4033C071}" dt="2021-03-04T10:08:31.966" v="30"/>
          <ac:spMkLst>
            <pc:docMk/>
            <pc:sldMk cId="801120230" sldId="528"/>
            <ac:spMk id="10" creationId="{022EA286-F7DD-4639-AFBE-E15424D3EC4D}"/>
          </ac:spMkLst>
        </pc:spChg>
        <pc:graphicFrameChg chg="mod modGraphic">
          <ac:chgData name="Dolores Cuadra Fernández" userId="S::dolores.cuadra@urjc.es::3973a3dd-a11e-44c1-9158-1b4a8d8c39da" providerId="AD" clId="Web-{73807B9E-F9CB-45B0-96A6-515A4033C071}" dt="2021-03-04T10:08:45.983" v="35" actId="1076"/>
          <ac:graphicFrameMkLst>
            <pc:docMk/>
            <pc:sldMk cId="801120230" sldId="528"/>
            <ac:graphicFrameMk id="4" creationId="{95C0F01E-63F2-4DB5-806F-7091C9D1553B}"/>
          </ac:graphicFrameMkLst>
        </pc:graphicFrameChg>
        <pc:graphicFrameChg chg="mod modGraphic">
          <ac:chgData name="Dolores Cuadra Fernández" userId="S::dolores.cuadra@urjc.es::3973a3dd-a11e-44c1-9158-1b4a8d8c39da" providerId="AD" clId="Web-{73807B9E-F9CB-45B0-96A6-515A4033C071}" dt="2021-03-04T10:09:02.046" v="38"/>
          <ac:graphicFrameMkLst>
            <pc:docMk/>
            <pc:sldMk cId="801120230" sldId="528"/>
            <ac:graphicFrameMk id="5" creationId="{D490DC72-5D8E-4C16-84F8-06176CF9D654}"/>
          </ac:graphicFrameMkLst>
        </pc:graphicFrameChg>
        <pc:picChg chg="del">
          <ac:chgData name="Dolores Cuadra Fernández" userId="S::dolores.cuadra@urjc.es::3973a3dd-a11e-44c1-9158-1b4a8d8c39da" providerId="AD" clId="Web-{73807B9E-F9CB-45B0-96A6-515A4033C071}" dt="2021-03-04T10:08:28.138" v="29"/>
          <ac:picMkLst>
            <pc:docMk/>
            <pc:sldMk cId="801120230" sldId="528"/>
            <ac:picMk id="3" creationId="{7D99DAC0-615D-4852-9AFE-0A1459F195D2}"/>
          </ac:picMkLst>
        </pc:picChg>
      </pc:sldChg>
      <pc:sldChg chg="modSp">
        <pc:chgData name="Dolores Cuadra Fernández" userId="S::dolores.cuadra@urjc.es::3973a3dd-a11e-44c1-9158-1b4a8d8c39da" providerId="AD" clId="Web-{73807B9E-F9CB-45B0-96A6-515A4033C071}" dt="2021-03-04T10:21:28.475" v="490" actId="14100"/>
        <pc:sldMkLst>
          <pc:docMk/>
          <pc:sldMk cId="483684592" sldId="529"/>
        </pc:sldMkLst>
        <pc:spChg chg="mod">
          <ac:chgData name="Dolores Cuadra Fernández" userId="S::dolores.cuadra@urjc.es::3973a3dd-a11e-44c1-9158-1b4a8d8c39da" providerId="AD" clId="Web-{73807B9E-F9CB-45B0-96A6-515A4033C071}" dt="2021-03-04T10:21:00.478" v="484"/>
          <ac:spMkLst>
            <pc:docMk/>
            <pc:sldMk cId="483684592" sldId="529"/>
            <ac:spMk id="3" creationId="{FC41FD1A-9544-4FB6-9463-0F4EC129C766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1:12.856" v="486"/>
          <ac:spMkLst>
            <pc:docMk/>
            <pc:sldMk cId="483684592" sldId="529"/>
            <ac:spMk id="5" creationId="{00000000-0000-0000-0000-000000000000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1:25.108" v="489" actId="1076"/>
          <ac:spMkLst>
            <pc:docMk/>
            <pc:sldMk cId="483684592" sldId="529"/>
            <ac:spMk id="8" creationId="{F8F2FB9A-9F1E-49FB-A1AB-EB93EE94416D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1:28.475" v="490" actId="14100"/>
          <ac:spMkLst>
            <pc:docMk/>
            <pc:sldMk cId="483684592" sldId="529"/>
            <ac:spMk id="15" creationId="{ADDE3484-57E6-4D53-B8F8-63397B3EE38F}"/>
          </ac:spMkLst>
        </pc:spChg>
        <pc:spChg chg="mod">
          <ac:chgData name="Dolores Cuadra Fernández" userId="S::dolores.cuadra@urjc.es::3973a3dd-a11e-44c1-9158-1b4a8d8c39da" providerId="AD" clId="Web-{73807B9E-F9CB-45B0-96A6-515A4033C071}" dt="2021-03-04T10:21:18.422" v="487"/>
          <ac:spMkLst>
            <pc:docMk/>
            <pc:sldMk cId="483684592" sldId="529"/>
            <ac:spMk id="23" creationId="{00000000-0000-0000-0000-000000000000}"/>
          </ac:spMkLst>
        </pc:spChg>
        <pc:picChg chg="mod">
          <ac:chgData name="Dolores Cuadra Fernández" userId="S::dolores.cuadra@urjc.es::3973a3dd-a11e-44c1-9158-1b4a8d8c39da" providerId="AD" clId="Web-{73807B9E-F9CB-45B0-96A6-515A4033C071}" dt="2021-03-04T10:21:06.159" v="485" actId="1076"/>
          <ac:picMkLst>
            <pc:docMk/>
            <pc:sldMk cId="483684592" sldId="529"/>
            <ac:picMk id="7" creationId="{174C19F8-4C87-47C0-8EC1-E3E8D884E869}"/>
          </ac:picMkLst>
        </pc:picChg>
      </pc:sldChg>
      <pc:sldChg chg="delSp modSp">
        <pc:chgData name="Dolores Cuadra Fernández" userId="S::dolores.cuadra@urjc.es::3973a3dd-a11e-44c1-9158-1b4a8d8c39da" providerId="AD" clId="Web-{73807B9E-F9CB-45B0-96A6-515A4033C071}" dt="2021-03-04T10:08:10.449" v="28"/>
        <pc:sldMkLst>
          <pc:docMk/>
          <pc:sldMk cId="3331957931" sldId="533"/>
        </pc:sldMkLst>
        <pc:spChg chg="del mod">
          <ac:chgData name="Dolores Cuadra Fernández" userId="S::dolores.cuadra@urjc.es::3973a3dd-a11e-44c1-9158-1b4a8d8c39da" providerId="AD" clId="Web-{73807B9E-F9CB-45B0-96A6-515A4033C071}" dt="2021-03-04T10:08:10.449" v="28"/>
          <ac:spMkLst>
            <pc:docMk/>
            <pc:sldMk cId="3331957931" sldId="533"/>
            <ac:spMk id="18" creationId="{E002362C-B421-4EF0-AA51-8B065780455A}"/>
          </ac:spMkLst>
        </pc:spChg>
        <pc:graphicFrameChg chg="mod modGraphic">
          <ac:chgData name="Dolores Cuadra Fernández" userId="S::dolores.cuadra@urjc.es::3973a3dd-a11e-44c1-9158-1b4a8d8c39da" providerId="AD" clId="Web-{73807B9E-F9CB-45B0-96A6-515A4033C071}" dt="2021-03-04T10:08:01.605" v="25"/>
          <ac:graphicFrameMkLst>
            <pc:docMk/>
            <pc:sldMk cId="3331957931" sldId="533"/>
            <ac:graphicFrameMk id="3" creationId="{45B9EECF-CF41-4687-987B-1772220E96B6}"/>
          </ac:graphicFrameMkLst>
        </pc:graphicFrameChg>
      </pc:sldChg>
    </pc:docChg>
  </pc:docChgLst>
  <pc:docChgLst>
    <pc:chgData name="Oriol Borrás Gené" userId="S::oriol.borras@urjc.es::aea611aa-1d44-4c50-abd0-2064e044183a" providerId="AD" clId="Web-{7049FE49-E5DC-4D06-83D7-BBFDEEEAFD81}"/>
    <pc:docChg chg="addSld delSld modSld">
      <pc:chgData name="Oriol Borrás Gené" userId="S::oriol.borras@urjc.es::aea611aa-1d44-4c50-abd0-2064e044183a" providerId="AD" clId="Web-{7049FE49-E5DC-4D06-83D7-BBFDEEEAFD81}" dt="2020-02-26T07:06:20.729" v="141" actId="20577"/>
      <pc:docMkLst>
        <pc:docMk/>
      </pc:docMkLst>
      <pc:sldChg chg="del">
        <pc:chgData name="Oriol Borrás Gené" userId="S::oriol.borras@urjc.es::aea611aa-1d44-4c50-abd0-2064e044183a" providerId="AD" clId="Web-{7049FE49-E5DC-4D06-83D7-BBFDEEEAFD81}" dt="2020-02-25T21:48:04.450" v="0"/>
        <pc:sldMkLst>
          <pc:docMk/>
          <pc:sldMk cId="0" sldId="434"/>
        </pc:sldMkLst>
      </pc:sldChg>
      <pc:sldChg chg="modSp">
        <pc:chgData name="Oriol Borrás Gené" userId="S::oriol.borras@urjc.es::aea611aa-1d44-4c50-abd0-2064e044183a" providerId="AD" clId="Web-{7049FE49-E5DC-4D06-83D7-BBFDEEEAFD81}" dt="2020-02-26T07:05:03.494" v="72" actId="20577"/>
        <pc:sldMkLst>
          <pc:docMk/>
          <pc:sldMk cId="0" sldId="438"/>
        </pc:sldMkLst>
        <pc:spChg chg="mod">
          <ac:chgData name="Oriol Borrás Gené" userId="S::oriol.borras@urjc.es::aea611aa-1d44-4c50-abd0-2064e044183a" providerId="AD" clId="Web-{7049FE49-E5DC-4D06-83D7-BBFDEEEAFD81}" dt="2020-02-26T07:05:03.494" v="72" actId="20577"/>
          <ac:spMkLst>
            <pc:docMk/>
            <pc:sldMk cId="0" sldId="438"/>
            <ac:spMk id="3" creationId="{00000000-0000-0000-0000-000000000000}"/>
          </ac:spMkLst>
        </pc:spChg>
        <pc:spChg chg="mod">
          <ac:chgData name="Oriol Borrás Gené" userId="S::oriol.borras@urjc.es::aea611aa-1d44-4c50-abd0-2064e044183a" providerId="AD" clId="Web-{7049FE49-E5DC-4D06-83D7-BBFDEEEAFD81}" dt="2020-02-25T21:48:51.559" v="46" actId="20577"/>
          <ac:spMkLst>
            <pc:docMk/>
            <pc:sldMk cId="0" sldId="438"/>
            <ac:spMk id="23" creationId="{00000000-0000-0000-0000-000000000000}"/>
          </ac:spMkLst>
        </pc:spChg>
      </pc:sldChg>
      <pc:sldChg chg="addSp delSp modSp">
        <pc:chgData name="Oriol Borrás Gené" userId="S::oriol.borras@urjc.es::aea611aa-1d44-4c50-abd0-2064e044183a" providerId="AD" clId="Web-{7049FE49-E5DC-4D06-83D7-BBFDEEEAFD81}" dt="2020-02-25T21:48:40.825" v="15" actId="20577"/>
        <pc:sldMkLst>
          <pc:docMk/>
          <pc:sldMk cId="3868182944" sldId="496"/>
        </pc:sldMkLst>
        <pc:spChg chg="mod">
          <ac:chgData name="Oriol Borrás Gené" userId="S::oriol.borras@urjc.es::aea611aa-1d44-4c50-abd0-2064e044183a" providerId="AD" clId="Web-{7049FE49-E5DC-4D06-83D7-BBFDEEEAFD81}" dt="2020-02-25T21:48:40.825" v="15" actId="20577"/>
          <ac:spMkLst>
            <pc:docMk/>
            <pc:sldMk cId="3868182944" sldId="496"/>
            <ac:spMk id="3" creationId="{00000000-0000-0000-0000-000000000000}"/>
          </ac:spMkLst>
        </pc:spChg>
        <pc:spChg chg="add del mod">
          <ac:chgData name="Oriol Borrás Gené" userId="S::oriol.borras@urjc.es::aea611aa-1d44-4c50-abd0-2064e044183a" providerId="AD" clId="Web-{7049FE49-E5DC-4D06-83D7-BBFDEEEAFD81}" dt="2020-02-25T21:48:14.466" v="9"/>
          <ac:spMkLst>
            <pc:docMk/>
            <pc:sldMk cId="3868182944" sldId="496"/>
            <ac:spMk id="6" creationId="{1029DB0A-195A-49D7-AAE5-B43496A6C70E}"/>
          </ac:spMkLst>
        </pc:spChg>
        <pc:graphicFrameChg chg="add del mod">
          <ac:chgData name="Oriol Borrás Gené" userId="S::oriol.borras@urjc.es::aea611aa-1d44-4c50-abd0-2064e044183a" providerId="AD" clId="Web-{7049FE49-E5DC-4D06-83D7-BBFDEEEAFD81}" dt="2020-02-25T21:48:14.466" v="10"/>
          <ac:graphicFrameMkLst>
            <pc:docMk/>
            <pc:sldMk cId="3868182944" sldId="496"/>
            <ac:graphicFrameMk id="5" creationId="{13E43B66-FE81-4194-A5B4-96774E881969}"/>
          </ac:graphicFrameMkLst>
        </pc:graphicFrameChg>
      </pc:sldChg>
      <pc:sldChg chg="modSp add replId">
        <pc:chgData name="Oriol Borrás Gené" userId="S::oriol.borras@urjc.es::aea611aa-1d44-4c50-abd0-2064e044183a" providerId="AD" clId="Web-{7049FE49-E5DC-4D06-83D7-BBFDEEEAFD81}" dt="2020-02-26T07:06:20.729" v="140" actId="20577"/>
        <pc:sldMkLst>
          <pc:docMk/>
          <pc:sldMk cId="414915281" sldId="497"/>
        </pc:sldMkLst>
        <pc:spChg chg="mod">
          <ac:chgData name="Oriol Borrás Gené" userId="S::oriol.borras@urjc.es::aea611aa-1d44-4c50-abd0-2064e044183a" providerId="AD" clId="Web-{7049FE49-E5DC-4D06-83D7-BBFDEEEAFD81}" dt="2020-02-26T07:06:20.729" v="140" actId="20577"/>
          <ac:spMkLst>
            <pc:docMk/>
            <pc:sldMk cId="414915281" sldId="497"/>
            <ac:spMk id="4" creationId="{00000000-0000-0000-0000-000000000000}"/>
          </ac:spMkLst>
        </pc:spChg>
        <pc:spChg chg="mod">
          <ac:chgData name="Oriol Borrás Gené" userId="S::oriol.borras@urjc.es::aea611aa-1d44-4c50-abd0-2064e044183a" providerId="AD" clId="Web-{7049FE49-E5DC-4D06-83D7-BBFDEEEAFD81}" dt="2020-02-26T07:05:38.604" v="126" actId="20577"/>
          <ac:spMkLst>
            <pc:docMk/>
            <pc:sldMk cId="414915281" sldId="497"/>
            <ac:spMk id="23" creationId="{00000000-0000-0000-0000-000000000000}"/>
          </ac:spMkLst>
        </pc:spChg>
      </pc:sldChg>
    </pc:docChg>
  </pc:docChgLst>
  <pc:docChgLst>
    <pc:chgData name="Carlos Garre Del Olmo" userId="2310cf0c-92a9-4f5c-b490-83d43b119688" providerId="ADAL" clId="{76045B54-A9C9-45CC-8FDD-1860886B90FE}"/>
    <pc:docChg chg="undo custSel addSld modSld">
      <pc:chgData name="Carlos Garre Del Olmo" userId="2310cf0c-92a9-4f5c-b490-83d43b119688" providerId="ADAL" clId="{76045B54-A9C9-45CC-8FDD-1860886B90FE}" dt="2024-02-20T08:23:12.206" v="4200" actId="20577"/>
      <pc:docMkLst>
        <pc:docMk/>
      </pc:docMkLst>
      <pc:sldChg chg="modSp mod">
        <pc:chgData name="Carlos Garre Del Olmo" userId="2310cf0c-92a9-4f5c-b490-83d43b119688" providerId="ADAL" clId="{76045B54-A9C9-45CC-8FDD-1860886B90FE}" dt="2024-02-16T20:20:56.056" v="4062" actId="20577"/>
        <pc:sldMkLst>
          <pc:docMk/>
          <pc:sldMk cId="1070510077" sldId="508"/>
        </pc:sldMkLst>
        <pc:spChg chg="mod">
          <ac:chgData name="Carlos Garre Del Olmo" userId="2310cf0c-92a9-4f5c-b490-83d43b119688" providerId="ADAL" clId="{76045B54-A9C9-45CC-8FDD-1860886B90FE}" dt="2024-02-16T20:20:56.056" v="4062" actId="20577"/>
          <ac:spMkLst>
            <pc:docMk/>
            <pc:sldMk cId="1070510077" sldId="508"/>
            <ac:spMk id="3" creationId="{951917E6-E969-4978-A3B0-83233C7F8FC2}"/>
          </ac:spMkLst>
        </pc:spChg>
      </pc:sldChg>
      <pc:sldChg chg="modSp mod modNotesTx">
        <pc:chgData name="Carlos Garre Del Olmo" userId="2310cf0c-92a9-4f5c-b490-83d43b119688" providerId="ADAL" clId="{76045B54-A9C9-45CC-8FDD-1860886B90FE}" dt="2024-02-16T12:52:11.820" v="1025" actId="20577"/>
        <pc:sldMkLst>
          <pc:docMk/>
          <pc:sldMk cId="1410686246" sldId="608"/>
        </pc:sldMkLst>
        <pc:spChg chg="mod">
          <ac:chgData name="Carlos Garre Del Olmo" userId="2310cf0c-92a9-4f5c-b490-83d43b119688" providerId="ADAL" clId="{76045B54-A9C9-45CC-8FDD-1860886B90FE}" dt="2024-02-16T12:52:11.820" v="1025" actId="20577"/>
          <ac:spMkLst>
            <pc:docMk/>
            <pc:sldMk cId="1410686246" sldId="608"/>
            <ac:spMk id="9" creationId="{ADDC58C2-DF95-2235-4F59-3737092AC32B}"/>
          </ac:spMkLst>
        </pc:spChg>
      </pc:sldChg>
      <pc:sldChg chg="modSp mod modNotesTx">
        <pc:chgData name="Carlos Garre Del Olmo" userId="2310cf0c-92a9-4f5c-b490-83d43b119688" providerId="ADAL" clId="{76045B54-A9C9-45CC-8FDD-1860886B90FE}" dt="2024-02-20T08:17:06.608" v="4193" actId="20577"/>
        <pc:sldMkLst>
          <pc:docMk/>
          <pc:sldMk cId="2120482610" sldId="610"/>
        </pc:sldMkLst>
        <pc:spChg chg="mod">
          <ac:chgData name="Carlos Garre Del Olmo" userId="2310cf0c-92a9-4f5c-b490-83d43b119688" providerId="ADAL" clId="{76045B54-A9C9-45CC-8FDD-1860886B90FE}" dt="2024-02-20T08:17:06.608" v="4193" actId="20577"/>
          <ac:spMkLst>
            <pc:docMk/>
            <pc:sldMk cId="2120482610" sldId="610"/>
            <ac:spMk id="3" creationId="{8B2E1B5B-F1F0-5A93-F5EA-786382B762F9}"/>
          </ac:spMkLst>
        </pc:spChg>
      </pc:sldChg>
      <pc:sldChg chg="addSp delSp modSp mod">
        <pc:chgData name="Carlos Garre Del Olmo" userId="2310cf0c-92a9-4f5c-b490-83d43b119688" providerId="ADAL" clId="{76045B54-A9C9-45CC-8FDD-1860886B90FE}" dt="2024-02-16T20:18:02.793" v="3953" actId="1035"/>
        <pc:sldMkLst>
          <pc:docMk/>
          <pc:sldMk cId="3332144115" sldId="613"/>
        </pc:sldMkLst>
        <pc:spChg chg="add mod">
          <ac:chgData name="Carlos Garre Del Olmo" userId="2310cf0c-92a9-4f5c-b490-83d43b119688" providerId="ADAL" clId="{76045B54-A9C9-45CC-8FDD-1860886B90FE}" dt="2024-02-16T20:15:39.485" v="3623" actId="1035"/>
          <ac:spMkLst>
            <pc:docMk/>
            <pc:sldMk cId="3332144115" sldId="613"/>
            <ac:spMk id="3" creationId="{4C221AD5-EEFB-605E-3937-CA8E3A2B106F}"/>
          </ac:spMkLst>
        </pc:spChg>
        <pc:spChg chg="add mod">
          <ac:chgData name="Carlos Garre Del Olmo" userId="2310cf0c-92a9-4f5c-b490-83d43b119688" providerId="ADAL" clId="{76045B54-A9C9-45CC-8FDD-1860886B90FE}" dt="2024-02-16T20:16:55.505" v="3785" actId="6549"/>
          <ac:spMkLst>
            <pc:docMk/>
            <pc:sldMk cId="3332144115" sldId="613"/>
            <ac:spMk id="4" creationId="{A88626AA-5B4D-FA6C-48BD-2206385F5F5B}"/>
          </ac:spMkLst>
        </pc:spChg>
        <pc:spChg chg="mod">
          <ac:chgData name="Carlos Garre Del Olmo" userId="2310cf0c-92a9-4f5c-b490-83d43b119688" providerId="ADAL" clId="{76045B54-A9C9-45CC-8FDD-1860886B90FE}" dt="2024-02-16T20:15:39.485" v="3623" actId="1035"/>
          <ac:spMkLst>
            <pc:docMk/>
            <pc:sldMk cId="3332144115" sldId="613"/>
            <ac:spMk id="5" creationId="{374E9AA2-7EDC-7C07-4BEF-603E37C03576}"/>
          </ac:spMkLst>
        </pc:spChg>
        <pc:spChg chg="del mod">
          <ac:chgData name="Carlos Garre Del Olmo" userId="2310cf0c-92a9-4f5c-b490-83d43b119688" providerId="ADAL" clId="{76045B54-A9C9-45CC-8FDD-1860886B90FE}" dt="2024-02-16T20:14:00.108" v="3454" actId="478"/>
          <ac:spMkLst>
            <pc:docMk/>
            <pc:sldMk cId="3332144115" sldId="613"/>
            <ac:spMk id="6" creationId="{C9FF8FBE-DE52-2B2A-B3F5-AB05A1A932F8}"/>
          </ac:spMkLst>
        </pc:spChg>
        <pc:spChg chg="add mod">
          <ac:chgData name="Carlos Garre Del Olmo" userId="2310cf0c-92a9-4f5c-b490-83d43b119688" providerId="ADAL" clId="{76045B54-A9C9-45CC-8FDD-1860886B90FE}" dt="2024-02-16T20:17:52.822" v="3945" actId="5793"/>
          <ac:spMkLst>
            <pc:docMk/>
            <pc:sldMk cId="3332144115" sldId="613"/>
            <ac:spMk id="7" creationId="{CE74C1D5-C1FC-4EB7-C886-746B997D60D2}"/>
          </ac:spMkLst>
        </pc:spChg>
        <pc:spChg chg="mod">
          <ac:chgData name="Carlos Garre Del Olmo" userId="2310cf0c-92a9-4f5c-b490-83d43b119688" providerId="ADAL" clId="{76045B54-A9C9-45CC-8FDD-1860886B90FE}" dt="2024-02-16T20:15:39.485" v="3623" actId="1035"/>
          <ac:spMkLst>
            <pc:docMk/>
            <pc:sldMk cId="3332144115" sldId="613"/>
            <ac:spMk id="8" creationId="{72484189-B07F-4D36-9BD9-00CB39442DEB}"/>
          </ac:spMkLst>
        </pc:spChg>
        <pc:spChg chg="mod">
          <ac:chgData name="Carlos Garre Del Olmo" userId="2310cf0c-92a9-4f5c-b490-83d43b119688" providerId="ADAL" clId="{76045B54-A9C9-45CC-8FDD-1860886B90FE}" dt="2024-02-16T20:15:45.033" v="3639" actId="1035"/>
          <ac:spMkLst>
            <pc:docMk/>
            <pc:sldMk cId="3332144115" sldId="613"/>
            <ac:spMk id="10" creationId="{D1FD2837-DA00-DD58-054E-0940204B6EAD}"/>
          </ac:spMkLst>
        </pc:spChg>
        <pc:spChg chg="mod">
          <ac:chgData name="Carlos Garre Del Olmo" userId="2310cf0c-92a9-4f5c-b490-83d43b119688" providerId="ADAL" clId="{76045B54-A9C9-45CC-8FDD-1860886B90FE}" dt="2024-02-16T20:18:02.793" v="3953" actId="1035"/>
          <ac:spMkLst>
            <pc:docMk/>
            <pc:sldMk cId="3332144115" sldId="613"/>
            <ac:spMk id="11" creationId="{95E0AB8B-3742-55D8-387C-6FF479616BD9}"/>
          </ac:spMkLst>
        </pc:spChg>
        <pc:spChg chg="mod">
          <ac:chgData name="Carlos Garre Del Olmo" userId="2310cf0c-92a9-4f5c-b490-83d43b119688" providerId="ADAL" clId="{76045B54-A9C9-45CC-8FDD-1860886B90FE}" dt="2024-02-16T20:18:02.793" v="3953" actId="1035"/>
          <ac:spMkLst>
            <pc:docMk/>
            <pc:sldMk cId="3332144115" sldId="613"/>
            <ac:spMk id="12" creationId="{AA7A651D-8EE3-2C39-8B7B-32BD87015962}"/>
          </ac:spMkLst>
        </pc:spChg>
      </pc:sldChg>
      <pc:sldChg chg="modSp add mod modNotesTx">
        <pc:chgData name="Carlos Garre Del Olmo" userId="2310cf0c-92a9-4f5c-b490-83d43b119688" providerId="ADAL" clId="{76045B54-A9C9-45CC-8FDD-1860886B90FE}" dt="2024-02-20T08:23:12.206" v="4200" actId="20577"/>
        <pc:sldMkLst>
          <pc:docMk/>
          <pc:sldMk cId="858401454" sldId="614"/>
        </pc:sldMkLst>
        <pc:spChg chg="mod">
          <ac:chgData name="Carlos Garre Del Olmo" userId="2310cf0c-92a9-4f5c-b490-83d43b119688" providerId="ADAL" clId="{76045B54-A9C9-45CC-8FDD-1860886B90FE}" dt="2024-02-20T08:23:12.206" v="4200" actId="20577"/>
          <ac:spMkLst>
            <pc:docMk/>
            <pc:sldMk cId="858401454" sldId="614"/>
            <ac:spMk id="3" creationId="{8B2E1B5B-F1F0-5A93-F5EA-786382B762F9}"/>
          </ac:spMkLst>
        </pc:spChg>
      </pc:sldChg>
    </pc:docChg>
  </pc:docChgLst>
</pc:chgInfo>
</file>

<file path=ppt/comments/modernComment_13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6A95E31-DD53-4E61-8F6A-1B7A4F251400}" authorId="{1B539B7A-BFE5-91DD-9831-C11F4F25B591}" created="2025-01-20T19:46:41.7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1"/>
      <ac:spMk id="17" creationId="{00000000-0000-0000-0000-000000000000}"/>
      <ac:txMk cp="195" len="11">
        <ac:context len="339" hash="2951468685"/>
      </ac:txMk>
    </ac:txMkLst>
    <p188:pos x="6921000" y="1539000"/>
    <p188:txBody>
      <a:bodyPr/>
      <a:lstStyle/>
      <a:p>
        <a:r>
          <a:rPr lang="es-ES"/>
          <a:t>Estudiantes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1-21T05:57:28.642" authorId="{EEC000C9-2FBA-B9F2-FB2C-7DBB775D186C}"/>
          </p223:rxn>
        </p223:reactions>
      </p:ext>
    </p188:extLst>
  </p188:cm>
</p188:cmLst>
</file>

<file path=ppt/comments/modernComment_268_E8FC9EA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E57869-1418-4236-B4A0-19B12928A2D5}" authorId="{1B539B7A-BFE5-91DD-9831-C11F4F25B591}" created="2025-01-20T19:48:08.0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08869793" sldId="616"/>
      <ac:spMk id="3" creationId="{951917E6-E969-4978-A3B0-83233C7F8FC2}"/>
      <ac:txMk cp="443" len="35">
        <ac:context len="542" hash="2701940931"/>
      </ac:txMk>
    </ac:txMkLst>
    <p188:pos x="4527000" y="3073500"/>
    <p188:txBody>
      <a:bodyPr/>
      <a:lstStyle/>
      <a:p>
        <a:r>
          <a:rPr lang="es-ES"/>
          <a:t>entre docentes de la misma asignatura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1-21T05:57:47.158" authorId="{EEC000C9-2FBA-B9F2-FB2C-7DBB775D186C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ES">
                <a:latin typeface="Arial" panose="02080604020202020204" pitchFamily="34" charset="0"/>
              </a:rPr>
              <a:t>Verifica es donde se acreditan los proyectos de </a:t>
            </a:r>
            <a:r>
              <a:rPr lang="es-ES" altLang="es-ES" err="1">
                <a:latin typeface="Arial" panose="02080604020202020204" pitchFamily="34" charset="0"/>
              </a:rPr>
              <a:t>Titulos</a:t>
            </a:r>
          </a:p>
          <a:p>
            <a:r>
              <a:rPr lang="es-ES" altLang="es-ES" err="1">
                <a:latin typeface="Arial" panose="02080604020202020204" pitchFamily="34" charset="0"/>
              </a:rPr>
              <a:t>Monitors</a:t>
            </a:r>
            <a:r>
              <a:rPr lang="es-ES" altLang="es-ES">
                <a:latin typeface="Arial" panose="02080604020202020204" pitchFamily="34" charset="0"/>
              </a:rPr>
              <a:t> es la implantación de títulos</a:t>
            </a:r>
          </a:p>
          <a:p>
            <a:r>
              <a:rPr lang="es-ES" altLang="es-ES">
                <a:latin typeface="Arial" panose="02080604020202020204" pitchFamily="34" charset="0"/>
              </a:rPr>
              <a:t>Acredita es la rendición de cuentas</a:t>
            </a:r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5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1356882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ES">
                <a:latin typeface="Arial" panose="02080604020202020204" pitchFamily="34" charset="0"/>
              </a:rPr>
              <a:t>Verifica es donde se acreditan los proyectos de </a:t>
            </a:r>
            <a:r>
              <a:rPr lang="es-ES" altLang="es-ES" err="1">
                <a:latin typeface="Arial" panose="02080604020202020204" pitchFamily="34" charset="0"/>
              </a:rPr>
              <a:t>Titulos</a:t>
            </a:r>
          </a:p>
          <a:p>
            <a:r>
              <a:rPr lang="es-ES" altLang="es-ES" err="1">
                <a:latin typeface="Arial" panose="02080604020202020204" pitchFamily="34" charset="0"/>
              </a:rPr>
              <a:t>Monitors</a:t>
            </a:r>
            <a:r>
              <a:rPr lang="es-ES" altLang="es-ES">
                <a:latin typeface="Arial" panose="02080604020202020204" pitchFamily="34" charset="0"/>
              </a:rPr>
              <a:t> es la implantación de títulos</a:t>
            </a:r>
          </a:p>
          <a:p>
            <a:r>
              <a:rPr lang="es-ES" altLang="es-ES">
                <a:latin typeface="Arial" panose="02080604020202020204" pitchFamily="34" charset="0"/>
              </a:rPr>
              <a:t>Acredita es la rendición de cuentas</a:t>
            </a:r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6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2838269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ES">
                <a:latin typeface="Arial" panose="02080604020202020204" pitchFamily="34" charset="0"/>
              </a:rPr>
              <a:t>Verifica es donde se acreditan los proyectos de </a:t>
            </a:r>
            <a:r>
              <a:rPr lang="es-ES" altLang="es-ES" err="1">
                <a:latin typeface="Arial" panose="02080604020202020204" pitchFamily="34" charset="0"/>
              </a:rPr>
              <a:t>Titulos</a:t>
            </a:r>
          </a:p>
          <a:p>
            <a:r>
              <a:rPr lang="es-ES" altLang="es-ES" err="1">
                <a:latin typeface="Arial" panose="02080604020202020204" pitchFamily="34" charset="0"/>
              </a:rPr>
              <a:t>Monitors</a:t>
            </a:r>
            <a:r>
              <a:rPr lang="es-ES" altLang="es-ES">
                <a:latin typeface="Arial" panose="02080604020202020204" pitchFamily="34" charset="0"/>
              </a:rPr>
              <a:t> es la implantación de títulos</a:t>
            </a:r>
          </a:p>
          <a:p>
            <a:r>
              <a:rPr lang="es-ES" altLang="es-ES">
                <a:latin typeface="Arial" panose="02080604020202020204" pitchFamily="34" charset="0"/>
              </a:rPr>
              <a:t>Acredita es la rendición de cuentas</a:t>
            </a:r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7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2192592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ES">
                <a:latin typeface="Arial" panose="02080604020202020204" pitchFamily="34" charset="0"/>
              </a:rPr>
              <a:t>Verifica es donde se acreditan los proyectos de </a:t>
            </a:r>
            <a:r>
              <a:rPr lang="es-ES" altLang="es-ES" err="1">
                <a:latin typeface="Arial" panose="02080604020202020204" pitchFamily="34" charset="0"/>
              </a:rPr>
              <a:t>Titulos</a:t>
            </a:r>
          </a:p>
          <a:p>
            <a:r>
              <a:rPr lang="es-ES" altLang="es-ES" err="1">
                <a:latin typeface="Arial" panose="02080604020202020204" pitchFamily="34" charset="0"/>
              </a:rPr>
              <a:t>Monitors</a:t>
            </a:r>
            <a:r>
              <a:rPr lang="es-ES" altLang="es-ES">
                <a:latin typeface="Arial" panose="02080604020202020204" pitchFamily="34" charset="0"/>
              </a:rPr>
              <a:t> es la implantación de títulos</a:t>
            </a:r>
          </a:p>
          <a:p>
            <a:r>
              <a:rPr lang="es-ES" altLang="es-ES">
                <a:latin typeface="Arial" panose="02080604020202020204" pitchFamily="34" charset="0"/>
              </a:rPr>
              <a:t>Acredita es la rendición de cuentas</a:t>
            </a:r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8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4282318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Marcador de nota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ES">
                <a:latin typeface="Arial" panose="02080604020202020204" pitchFamily="34" charset="0"/>
              </a:rPr>
              <a:t>Verifica es donde se acreditan los proyectos de </a:t>
            </a:r>
            <a:r>
              <a:rPr lang="es-ES" altLang="es-ES" err="1">
                <a:latin typeface="Arial" panose="02080604020202020204" pitchFamily="34" charset="0"/>
              </a:rPr>
              <a:t>Titulos</a:t>
            </a:r>
          </a:p>
          <a:p>
            <a:r>
              <a:rPr lang="es-ES" altLang="es-ES" err="1">
                <a:latin typeface="Arial" panose="02080604020202020204" pitchFamily="34" charset="0"/>
              </a:rPr>
              <a:t>Monitors</a:t>
            </a:r>
            <a:r>
              <a:rPr lang="es-ES" altLang="es-ES">
                <a:latin typeface="Arial" panose="02080604020202020204" pitchFamily="34" charset="0"/>
              </a:rPr>
              <a:t> es la implantación de títulos</a:t>
            </a:r>
          </a:p>
          <a:p>
            <a:r>
              <a:rPr lang="es-ES" altLang="es-ES">
                <a:latin typeface="Arial" panose="02080604020202020204" pitchFamily="34" charset="0"/>
              </a:rPr>
              <a:t>Acredita es la rendición de cuentas</a:t>
            </a:r>
          </a:p>
        </p:txBody>
      </p:sp>
      <p:sp>
        <p:nvSpPr>
          <p:cNvPr id="7172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2863" y="9382125"/>
            <a:ext cx="2944812" cy="4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MS PGothic" panose="020B0600070205080204" pitchFamily="34" charset="-128"/>
              </a:defRPr>
            </a:lvl9pPr>
          </a:lstStyle>
          <a:p>
            <a:fld id="{178BC2A8-CA62-4FA9-A434-1DE423A3F761}" type="slidenum">
              <a:rPr lang="en-GB" altLang="es-ES"/>
              <a:t>9</a:t>
            </a:fld>
            <a:endParaRPr lang="en-GB" altLang="es-ES"/>
          </a:p>
        </p:txBody>
      </p:sp>
    </p:spTree>
    <p:extLst>
      <p:ext uri="{BB962C8B-B14F-4D97-AF65-F5344CB8AC3E}">
        <p14:creationId xmlns:p14="http://schemas.microsoft.com/office/powerpoint/2010/main" val="1823392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dirty="0"/>
              <a:t>Title </a:t>
            </a:r>
            <a:r>
              <a:rPr lang="es-ES" dirty="0" err="1"/>
              <a:t>Slide</a:t>
            </a:r>
            <a:endParaRPr dirty="0"/>
          </a:p>
        </p:txBody>
      </p:sp>
      <p:sp>
        <p:nvSpPr>
          <p:cNvPr id="12" name="Shape 12"/>
          <p:cNvSpPr>
            <a:spLocks noGrp="1"/>
          </p:cNvSpPr>
          <p:nvPr>
            <p:ph type="body" sz="quarter" idx="1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6021288"/>
            <a:ext cx="2759968" cy="83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 err="1"/>
              <a:t>Title</a:t>
            </a:r>
            <a:r>
              <a:rPr lang="es-ES" dirty="0"/>
              <a:t> and Content</a:t>
            </a:r>
            <a:endParaRPr dirty="0"/>
          </a:p>
        </p:txBody>
      </p:sp>
      <p:sp>
        <p:nvSpPr>
          <p:cNvPr id="21" name="Shape 21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One</a:t>
            </a:r>
            <a:endParaRPr dirty="0"/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xfrm>
            <a:off x="8316416" y="6381328"/>
            <a:ext cx="258624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000000"/>
                </a:solidFill>
              </a:defRPr>
            </a:lvl1pPr>
          </a:lstStyle>
          <a:p>
            <a:r>
              <a:rPr lang="es-ES" dirty="0"/>
              <a:t>TITLE SLIDE</a:t>
            </a:r>
            <a:endParaRPr dirty="0"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xfrm>
            <a:off x="8260075" y="6309320"/>
            <a:ext cx="258624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dirty="0"/>
              <a:t>Title </a:t>
            </a:r>
            <a:r>
              <a:rPr lang="es-ES" dirty="0"/>
              <a:t>	and Content</a:t>
            </a:r>
            <a:endParaRPr dirty="0"/>
          </a:p>
        </p:txBody>
      </p:sp>
      <p:sp>
        <p:nvSpPr>
          <p:cNvPr id="48" name="Shape 48"/>
          <p:cNvSpPr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sz="quarter" idx="13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hape 74"/>
          <p:cNvSpPr>
            <a:spLocks noGrp="1"/>
          </p:cNvSpPr>
          <p:nvPr>
            <p:ph type="body" sz="half" idx="13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3" name="Shape 83"/>
          <p:cNvSpPr>
            <a:spLocks noGrp="1"/>
          </p:cNvSpPr>
          <p:nvPr>
            <p:ph type="pic" sz="half" idx="13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hape 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title" hasCustomPrompt="1"/>
          </p:nvPr>
        </p:nvSpPr>
        <p:spPr>
          <a:xfrm>
            <a:off x="6629400" y="274638"/>
            <a:ext cx="2057400" cy="58515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idx="1" hasCustomPrompt="1"/>
          </p:nvPr>
        </p:nvSpPr>
        <p:spPr>
          <a:xfrm>
            <a:off x="457200" y="274638"/>
            <a:ext cx="6019800" cy="58515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C43AC-41D8-421A-8722-8FF26190D7B8}" type="slidenum">
              <a:rPr lang="es-ES_tradnl"/>
              <a:t>‹Nº›</a:t>
            </a:fld>
            <a:endParaRPr lang="es-ES_tradnl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CA78396F-1E1B-6A4F-B2CB-2E2F7DD8F3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4"/>
          <a:stretch/>
        </p:blipFill>
        <p:spPr>
          <a:xfrm>
            <a:off x="107110" y="6231965"/>
            <a:ext cx="2576446" cy="597844"/>
          </a:xfrm>
          <a:prstGeom prst="rect">
            <a:avLst/>
          </a:prstGeom>
        </p:spPr>
      </p:pic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80793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lang="es-ES" dirty="0" err="1"/>
              <a:t>Title</a:t>
            </a:r>
            <a:r>
              <a:rPr lang="es-ES" dirty="0"/>
              <a:t> and Content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321904"/>
            <a:ext cx="8229600" cy="480426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One</a:t>
            </a:r>
            <a:endParaRPr dirty="0"/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428176" y="6404292"/>
            <a:ext cx="258624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6093296"/>
            <a:ext cx="2759968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11C0CC-8F78-074E-A74B-64E46C4ED7EF}"/>
              </a:ext>
            </a:extLst>
          </p:cNvPr>
          <p:cNvCxnSpPr/>
          <p:nvPr userDrawn="1"/>
        </p:nvCxnSpPr>
        <p:spPr>
          <a:xfrm>
            <a:off x="367748" y="1145793"/>
            <a:ext cx="8408504" cy="0"/>
          </a:xfrm>
          <a:prstGeom prst="line">
            <a:avLst/>
          </a:prstGeom>
          <a:noFill/>
          <a:ln w="50800" cap="flat">
            <a:solidFill>
              <a:schemeClr val="tx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6">
              <a:lumMod val="50000"/>
            </a:schemeClr>
          </a:solidFill>
          <a:uFillTx/>
          <a:latin typeface="Arial" panose="020B0604020202020204" pitchFamily="34" charset="0"/>
          <a:ea typeface="+mn-ea"/>
          <a:cs typeface="Arial" panose="020B0604020202020204" pitchFamily="34" charset="0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7_0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68_E8FC9EA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Pages/ResponsePage.aspx?id=6sSEXw03nkuDDHVvi_G1H4NKLRfQTPFHoreOLgTevSNURTc3STkzNTYyNDdVQkpZU0tCOEhFMDZXMi4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1586136"/>
            <a:ext cx="7772400" cy="1470025"/>
          </a:xfrm>
        </p:spPr>
        <p:txBody>
          <a:bodyPr lIns="45719" tIns="45720" rIns="45719" bIns="45720" anchor="ctr">
            <a:normAutofit fontScale="90000"/>
          </a:bodyPr>
          <a:lstStyle/>
          <a:p>
            <a:r>
              <a:rPr lang="es-ES" sz="3600" b="1" dirty="0">
                <a:latin typeface="Arial"/>
                <a:cs typeface="Arial"/>
              </a:rPr>
              <a:t>Reunión de Coordinación </a:t>
            </a:r>
            <a:br>
              <a:rPr lang="es-ES" sz="3600" b="1" dirty="0"/>
            </a:br>
            <a:r>
              <a:rPr lang="es-ES" sz="3600" b="1" dirty="0">
                <a:latin typeface="Arial"/>
                <a:cs typeface="Arial"/>
              </a:rPr>
              <a:t>Curso </a:t>
            </a:r>
            <a:r>
              <a:rPr lang="es-ES" b="1" dirty="0">
                <a:highlight>
                  <a:srgbClr val="FFFF00"/>
                </a:highlight>
                <a:latin typeface="Arial"/>
                <a:cs typeface="Arial"/>
              </a:rPr>
              <a:t>XXXX-XX</a:t>
            </a:r>
            <a:r>
              <a:rPr lang="es-ES" sz="3600" b="1" dirty="0">
                <a:latin typeface="Arial"/>
                <a:cs typeface="Arial"/>
              </a:rPr>
              <a:t> – </a:t>
            </a:r>
            <a:r>
              <a:rPr lang="es-ES" sz="3600" b="1" dirty="0">
                <a:highlight>
                  <a:srgbClr val="FFFF00"/>
                </a:highlight>
                <a:latin typeface="Arial"/>
                <a:cs typeface="Arial"/>
              </a:rPr>
              <a:t>Primer</a:t>
            </a:r>
            <a:r>
              <a:rPr lang="es-ES" sz="3600" b="1" dirty="0">
                <a:latin typeface="Arial"/>
                <a:cs typeface="Arial"/>
              </a:rPr>
              <a:t> Semestre</a:t>
            </a:r>
            <a:br>
              <a:rPr lang="es-ES" sz="3600" b="1" dirty="0"/>
            </a:br>
            <a:r>
              <a:rPr lang="es-ES" b="1" dirty="0">
                <a:highlight>
                  <a:srgbClr val="FFFF00"/>
                </a:highlight>
                <a:latin typeface="Arial"/>
                <a:cs typeface="Arial"/>
              </a:rPr>
              <a:t>XX/XX/XXXX</a:t>
            </a:r>
            <a:endParaRPr lang="es-ES" sz="3600" b="1" dirty="0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"/>
          </p:nvPr>
        </p:nvSpPr>
        <p:spPr>
          <a:xfrm>
            <a:off x="1371600" y="3341911"/>
            <a:ext cx="6400800" cy="1752600"/>
          </a:xfrm>
        </p:spPr>
        <p:txBody>
          <a:bodyPr lIns="45719" tIns="45720" rIns="45719" bIns="45720" anchor="t">
            <a:normAutofit/>
          </a:bodyPr>
          <a:lstStyle/>
          <a:p>
            <a:r>
              <a:rPr lang="es-ES" sz="2800" b="1" dirty="0"/>
              <a:t>Grado en </a:t>
            </a:r>
            <a:r>
              <a:rPr lang="es-ES" sz="2800" b="1" dirty="0">
                <a:highlight>
                  <a:srgbClr val="FFFF00"/>
                </a:highlight>
              </a:rPr>
              <a:t>...</a:t>
            </a:r>
            <a:endParaRPr lang="es-ES" dirty="0">
              <a:highlight>
                <a:srgbClr val="FFFF00"/>
              </a:highlight>
            </a:endParaRPr>
          </a:p>
          <a:p>
            <a:endParaRPr lang="es-ES" sz="2800" b="1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1</a:t>
            </a:fld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0A6F452-59A3-9E48-B0B5-892AFEAC2450}"/>
              </a:ext>
            </a:extLst>
          </p:cNvPr>
          <p:cNvSpPr/>
          <p:nvPr/>
        </p:nvSpPr>
        <p:spPr>
          <a:xfrm>
            <a:off x="206828" y="903514"/>
            <a:ext cx="8697685" cy="609600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s-E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/>
              <a:t>Motivación reuniones coordinación</a:t>
            </a:r>
          </a:p>
        </p:txBody>
      </p:sp>
      <p:sp>
        <p:nvSpPr>
          <p:cNvPr id="17" name="16 Marcador de contenido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 lIns="45719" tIns="45720" rIns="45719" bIns="4572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2600" dirty="0"/>
              <a:t>Incluido en el manual de coordinador de titulación.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600" dirty="0"/>
              <a:t>Transmisión de información de interés bidireccional coordinadores-profesorado/profesorado-coordinadores.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600" dirty="0"/>
              <a:t>Universidad pide valoración docente a estudiantes, pero no a profesores.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600" dirty="0"/>
              <a:t>Detección temprana de potenciales problemas y aprender de ellos.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600" dirty="0"/>
              <a:t>Activar nuevos mecanismos de coordinación.</a:t>
            </a:r>
          </a:p>
          <a:p>
            <a:pPr marL="514350" indent="-514350">
              <a:buFont typeface="+mj-lt"/>
              <a:buAutoNum type="arabicPeriod"/>
            </a:pPr>
            <a:endParaRPr lang="es-ES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2</a:t>
            </a:fld>
            <a:endParaRPr lang="es-ES"/>
          </a:p>
        </p:txBody>
      </p:sp>
    </p:spTree>
  </p:cSld>
  <p:clrMapOvr>
    <a:masterClrMapping/>
  </p:clrMapOvr>
  <p:transition/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3CEC0-7442-45A1-BBF7-FE42E792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Autofit/>
          </a:bodyPr>
          <a:lstStyle/>
          <a:p>
            <a:r>
              <a:rPr lang="es-ES" sz="3200">
                <a:latin typeface="Arial"/>
                <a:ea typeface="+mn-lt"/>
                <a:cs typeface="+mn-lt"/>
              </a:rPr>
              <a:t>Recordatorio</a:t>
            </a:r>
            <a:endParaRPr lang="es-ES" sz="320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1917E6-E969-4978-A3B0-83233C7F8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Autofit/>
          </a:bodyPr>
          <a:lstStyle/>
          <a:p>
            <a:r>
              <a:rPr lang="es-ES" sz="1800" dirty="0">
                <a:ea typeface="+mn-lt"/>
                <a:cs typeface="+mn-lt"/>
              </a:rPr>
              <a:t>Ausencias</a:t>
            </a:r>
            <a:r>
              <a:rPr lang="es-ES" sz="1800"/>
              <a:t> programadas o sobrevenidas:</a:t>
            </a:r>
            <a:endParaRPr lang="es-ES" sz="1800">
              <a:solidFill>
                <a:srgbClr val="808080"/>
              </a:solidFill>
            </a:endParaRPr>
          </a:p>
          <a:p>
            <a:pPr lvl="1"/>
            <a:r>
              <a:rPr lang="es-ES" sz="1800" dirty="0"/>
              <a:t>Avisar con tiempo y programar la recuperación de la clase</a:t>
            </a:r>
            <a:endParaRPr lang="en-US" sz="1800" dirty="0">
              <a:solidFill>
                <a:srgbClr val="808080"/>
              </a:solidFill>
            </a:endParaRPr>
          </a:p>
          <a:p>
            <a:pPr lvl="1"/>
            <a:r>
              <a:rPr lang="es-ES" sz="1800" dirty="0"/>
              <a:t>Informar al coordinador/-a de la fecha de recuperación</a:t>
            </a:r>
          </a:p>
          <a:p>
            <a:r>
              <a:rPr lang="es-ES" sz="1800" dirty="0"/>
              <a:t>Avisar del cambio de cualquier clase </a:t>
            </a:r>
            <a:r>
              <a:rPr lang="es-ES" sz="1800"/>
              <a:t>y actividad de evaluación (a estudiantes y coordinador/-a</a:t>
            </a:r>
            <a:r>
              <a:rPr lang="es-ES" sz="1800" dirty="0"/>
              <a:t>)</a:t>
            </a:r>
            <a:endParaRPr lang="en-US" sz="1800" dirty="0">
              <a:solidFill>
                <a:srgbClr val="808080"/>
              </a:solidFill>
            </a:endParaRPr>
          </a:p>
          <a:p>
            <a:r>
              <a:rPr lang="es-ES" sz="1800" dirty="0"/>
              <a:t>Comunicación con estudiantes:</a:t>
            </a:r>
            <a:endParaRPr lang="en-US" sz="1800" dirty="0">
              <a:solidFill>
                <a:srgbClr val="808080"/>
              </a:solidFill>
            </a:endParaRPr>
          </a:p>
          <a:p>
            <a:pPr lvl="1"/>
            <a:r>
              <a:rPr lang="es-ES" sz="1800" dirty="0"/>
              <a:t>responder correos en tiempo razonable (menos de 72h).</a:t>
            </a:r>
            <a:endParaRPr lang="en-US" sz="1800" dirty="0">
              <a:solidFill>
                <a:srgbClr val="808080"/>
              </a:solidFill>
            </a:endParaRPr>
          </a:p>
          <a:p>
            <a:r>
              <a:rPr lang="es-ES" sz="1800" dirty="0"/>
              <a:t>Publicación fecha de revisión con 48h. Siempre antes del cierre de actas</a:t>
            </a:r>
            <a:endParaRPr lang="en-US" sz="1800" dirty="0">
              <a:solidFill>
                <a:srgbClr val="808080"/>
              </a:solidFill>
            </a:endParaRPr>
          </a:p>
          <a:p>
            <a:r>
              <a:rPr lang="es-ES" sz="1800" dirty="0"/>
              <a:t>Cumplimiento de desdobles</a:t>
            </a:r>
            <a:endParaRPr lang="es-ES" sz="1800" dirty="0">
              <a:solidFill>
                <a:srgbClr val="808080"/>
              </a:solidFill>
            </a:endParaRPr>
          </a:p>
          <a:p>
            <a:r>
              <a:rPr lang="es-ES" sz="1800" dirty="0"/>
              <a:t>Coordinación entre docentes de la misma asignatura.</a:t>
            </a:r>
            <a:endParaRPr lang="es-ES" sz="1800" dirty="0">
              <a:solidFill>
                <a:srgbClr val="808080"/>
              </a:solidFill>
            </a:endParaRPr>
          </a:p>
          <a:p>
            <a:r>
              <a:rPr lang="es-ES" sz="1800">
                <a:solidFill>
                  <a:schemeClr val="tx1"/>
                </a:solidFill>
              </a:rPr>
              <a:t>Pruebas de evaluación:</a:t>
            </a:r>
            <a:endParaRPr lang="es-ES" sz="1800" dirty="0">
              <a:solidFill>
                <a:schemeClr val="tx1"/>
              </a:solidFill>
            </a:endParaRPr>
          </a:p>
          <a:p>
            <a:pPr lvl="1"/>
            <a:r>
              <a:rPr lang="es-ES" sz="1800">
                <a:solidFill>
                  <a:schemeClr val="tx1"/>
                </a:solidFill>
              </a:rPr>
              <a:t>Registro de presentados</a:t>
            </a:r>
            <a:endParaRPr lang="es-ES" sz="1800" dirty="0">
              <a:solidFill>
                <a:schemeClr val="tx1"/>
              </a:solidFill>
            </a:endParaRPr>
          </a:p>
          <a:p>
            <a:pPr lvl="1"/>
            <a:r>
              <a:rPr lang="es-ES" sz="1800">
                <a:solidFill>
                  <a:schemeClr val="tx1"/>
                </a:solidFill>
              </a:rPr>
              <a:t>Revisión</a:t>
            </a:r>
            <a:endParaRPr lang="es-ES" sz="1800" dirty="0">
              <a:solidFill>
                <a:schemeClr val="tx1"/>
              </a:solidFill>
            </a:endParaRPr>
          </a:p>
          <a:p>
            <a:endParaRPr lang="es-ES" sz="1800"/>
          </a:p>
          <a:p>
            <a:pPr lvl="2"/>
            <a:endParaRPr lang="es-ES" sz="1800"/>
          </a:p>
          <a:p>
            <a:endParaRPr lang="es-ES" sz="1800">
              <a:solidFill>
                <a:srgbClr val="FF0000"/>
              </a:solidFill>
            </a:endParaRPr>
          </a:p>
          <a:p>
            <a:endParaRPr lang="es-ES" sz="18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550C81-7461-45C5-84E2-A305A3D9C2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8869793"/>
      </p:ext>
    </p:extLst>
  </p:cSld>
  <p:clrMapOvr>
    <a:masterClrMapping/>
  </p:clrMapOvr>
  <p:transition spd="med"/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3CEC0-7442-45A1-BBF7-FE42E792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200">
                <a:ea typeface="+mn-lt"/>
                <a:cs typeface="+mn-lt"/>
              </a:rPr>
              <a:t>Recogida de evidencias de coordinación</a:t>
            </a:r>
            <a:endParaRPr lang="es-ES" sz="320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1917E6-E969-4978-A3B0-83233C7F8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21904"/>
            <a:ext cx="8229600" cy="4903651"/>
          </a:xfrm>
        </p:spPr>
        <p:txBody>
          <a:bodyPr lIns="45719" tIns="45720" rIns="45719" bIns="45720" anchor="t">
            <a:noAutofit/>
          </a:bodyPr>
          <a:lstStyle/>
          <a:p>
            <a:r>
              <a:rPr lang="es-ES" sz="1800" dirty="0">
                <a:ea typeface="+mn-lt"/>
                <a:cs typeface="+mn-lt"/>
              </a:rPr>
              <a:t>Recogida de </a:t>
            </a:r>
            <a:r>
              <a:rPr lang="es-ES" sz="1800" b="1" u="sng" dirty="0">
                <a:ea typeface="+mn-lt"/>
                <a:cs typeface="+mn-lt"/>
              </a:rPr>
              <a:t>evidencias de reuniones de coordinación</a:t>
            </a:r>
            <a:r>
              <a:rPr lang="es-ES" sz="1800" dirty="0">
                <a:ea typeface="+mn-lt"/>
                <a:cs typeface="+mn-lt"/>
              </a:rPr>
              <a:t>.</a:t>
            </a:r>
          </a:p>
          <a:p>
            <a:pPr lvl="1"/>
            <a:r>
              <a:rPr lang="es-ES" sz="1800" dirty="0"/>
              <a:t>Formulario en el ESCO:</a:t>
            </a:r>
          </a:p>
          <a:p>
            <a:pPr lvl="2"/>
            <a:r>
              <a:rPr lang="es-ES" sz="1800" dirty="0">
                <a:hlinkClick r:id="rId2"/>
              </a:rPr>
              <a:t>https://forms.office.com/Pages/ResponsePage.aspx?id=6sSEXw03nkuDDHVvi_G1H4NKLRfQTPFHoreOLgTevSNURTc3STkzNTYyNDdVQkpZU0tCOEhFMDZXMi4u</a:t>
            </a:r>
            <a:endParaRPr lang="es-ES" sz="1800" dirty="0"/>
          </a:p>
          <a:p>
            <a:pPr lvl="1"/>
            <a:r>
              <a:rPr lang="es-ES" sz="1800" dirty="0"/>
              <a:t>Hemos añadido preguntas al parte de asignaturas:</a:t>
            </a:r>
          </a:p>
          <a:p>
            <a:pPr lvl="2"/>
            <a:r>
              <a:rPr lang="es-ES" sz="1800" dirty="0">
                <a:solidFill>
                  <a:srgbClr val="242424"/>
                </a:solidFill>
                <a:latin typeface="Calibri"/>
              </a:rPr>
              <a:t>¿Has recibido alguna solicitud de cambio de fecha de prueba de evaluación par parte de algún estudiante?</a:t>
            </a:r>
          </a:p>
          <a:p>
            <a:pPr lvl="3"/>
            <a:r>
              <a:rPr lang="es-ES" sz="1800" dirty="0">
                <a:solidFill>
                  <a:srgbClr val="242424"/>
                </a:solidFill>
                <a:latin typeface="Calibri"/>
              </a:rPr>
              <a:t>Indica el número de solicitudes de cambio de fecha de prueba de evaluación que has gestionado directamente como docente y los motivos de las mimas (por ejemplo: 3 solicitudes por enfermedad, 1 solicitud por fallecimiento de familiar)</a:t>
            </a:r>
          </a:p>
          <a:p>
            <a:pPr lvl="3"/>
            <a:r>
              <a:rPr lang="es-ES" sz="1800" dirty="0">
                <a:solidFill>
                  <a:srgbClr val="242424"/>
                </a:solidFill>
                <a:latin typeface="Calibri"/>
              </a:rPr>
              <a:t>Indica el número de solicitudes de cambio de fecha de prueba de evaluación que has elevado a la Comisión de Control de Actividades de Evaluación y los motivos que te han llevado a ello (por ejemplo: 1 solicitud por desacuerdo con el estudiante)</a:t>
            </a:r>
          </a:p>
          <a:p>
            <a:pPr marL="914400" lvl="2" indent="0">
              <a:buNone/>
            </a:pPr>
            <a:endParaRPr lang="es-ES" sz="1800"/>
          </a:p>
          <a:p>
            <a:endParaRPr lang="es-ES" sz="1800">
              <a:solidFill>
                <a:srgbClr val="FF0000"/>
              </a:solidFill>
            </a:endParaRPr>
          </a:p>
          <a:p>
            <a:endParaRPr lang="es-ES" sz="18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550C81-7461-45C5-84E2-A305A3D9C2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051007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>
            <a:normAutofit/>
          </a:bodyPr>
          <a:lstStyle/>
          <a:p>
            <a:r>
              <a:rPr lang="es-ES" altLang="es-ES"/>
              <a:t>Orden del día</a:t>
            </a:r>
          </a:p>
        </p:txBody>
      </p:sp>
      <p:sp>
        <p:nvSpPr>
          <p:cNvPr id="6147" name="Marcador de contenido 2"/>
          <p:cNvSpPr>
            <a:spLocks noGrp="1"/>
          </p:cNvSpPr>
          <p:nvPr>
            <p:ph idx="1"/>
          </p:nvPr>
        </p:nvSpPr>
        <p:spPr>
          <a:xfrm>
            <a:off x="401602" y="1449693"/>
            <a:ext cx="8397875" cy="4709369"/>
          </a:xfrm>
        </p:spPr>
        <p:txBody>
          <a:bodyPr lIns="45719" tIns="45720" rIns="45719" bIns="45720" anchor="t">
            <a:noAutofit/>
          </a:bodyPr>
          <a:lstStyle/>
          <a:p>
            <a:pPr marL="457200" indent="-457200">
              <a:buAutoNum type="arabicPeriod"/>
            </a:pPr>
            <a:r>
              <a:rPr lang="es-ES" sz="2400" dirty="0">
                <a:ea typeface="+mn-lt"/>
                <a:cs typeface="+mn-lt"/>
              </a:rPr>
              <a:t>Resumen del cuatrimestre</a:t>
            </a:r>
          </a:p>
          <a:p>
            <a:pPr marL="457200" indent="-457200">
              <a:buFont typeface="Arial"/>
              <a:buAutoNum type="arabicPeriod"/>
            </a:pPr>
            <a:r>
              <a:rPr lang="es-ES" sz="2400" dirty="0">
                <a:ea typeface="+mn-lt"/>
                <a:cs typeface="+mn-lt"/>
              </a:rPr>
              <a:t>Informe sobre los partes de asignatura de docentes </a:t>
            </a:r>
            <a:endParaRPr lang="es-ES" dirty="0"/>
          </a:p>
          <a:p>
            <a:pPr marL="457200" indent="-457200">
              <a:buAutoNum type="arabicPeriod"/>
            </a:pPr>
            <a:r>
              <a:rPr lang="es-ES" sz="2400" dirty="0">
                <a:ea typeface="+mn-lt"/>
                <a:cs typeface="+mn-lt"/>
              </a:rPr>
              <a:t>Informe sobre los partes de asignatura de delegados</a:t>
            </a:r>
          </a:p>
          <a:p>
            <a:pPr marL="457200" indent="-457200">
              <a:buAutoNum type="arabicPeriod"/>
            </a:pPr>
            <a:r>
              <a:rPr lang="es-ES" sz="2400" dirty="0">
                <a:ea typeface="+mn-lt"/>
                <a:cs typeface="+mn-lt"/>
              </a:rPr>
              <a:t>Coordinación entre asignaturas</a:t>
            </a:r>
          </a:p>
          <a:p>
            <a:pPr marL="457200" indent="-457200">
              <a:buAutoNum type="arabicPeriod"/>
            </a:pPr>
            <a:r>
              <a:rPr lang="es-ES" sz="2400" dirty="0">
                <a:ea typeface="+mn-lt"/>
                <a:cs typeface="+mn-lt"/>
              </a:rPr>
              <a:t>Ruegos y preguntas</a:t>
            </a: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975351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 lIns="45719" tIns="45720" rIns="45719" bIns="45720" anchor="ctr">
            <a:normAutofit/>
          </a:bodyPr>
          <a:lstStyle/>
          <a:p>
            <a:r>
              <a:rPr lang="es-ES" altLang="es-ES">
                <a:latin typeface="Arial"/>
                <a:cs typeface="Arial"/>
              </a:rPr>
              <a:t>Resumen del cuatrimestre</a:t>
            </a:r>
            <a:endParaRPr lang="es-ES" altLang="es-ES"/>
          </a:p>
        </p:txBody>
      </p:sp>
      <p:sp>
        <p:nvSpPr>
          <p:cNvPr id="6147" name="Marcador de contenido 2"/>
          <p:cNvSpPr>
            <a:spLocks noGrp="1"/>
          </p:cNvSpPr>
          <p:nvPr>
            <p:ph idx="1"/>
          </p:nvPr>
        </p:nvSpPr>
        <p:spPr>
          <a:xfrm>
            <a:off x="401602" y="1449693"/>
            <a:ext cx="8397875" cy="4709369"/>
          </a:xfrm>
        </p:spPr>
        <p:txBody>
          <a:bodyPr lIns="45719" tIns="45720" rIns="45719" bIns="45720" anchor="t">
            <a:noAutofit/>
          </a:bodyPr>
          <a:lstStyle/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Incidencias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¿Todas las asignaturas han tenido profes?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Casos de fraude notificados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¿Se han notificado todas las fechas de actividades de evaluación?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Cambios de fechas de actividades de evaluación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¿Se han recibido reclamaciones? Resumen de las reclamaciones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¿Se han recibido quejas? Resumen de las quejas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¿Alguna incidencia durante la convocatoria ordinaria?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Información sobre jornadas o actividades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...</a:t>
            </a:r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067402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 lIns="45719" tIns="45720" rIns="45719" bIns="45720" anchor="ctr">
            <a:normAutofit fontScale="90000"/>
          </a:bodyPr>
          <a:lstStyle/>
          <a:p>
            <a:r>
              <a:rPr lang="es-ES" altLang="es-ES" dirty="0">
                <a:latin typeface="Arial"/>
                <a:cs typeface="Arial"/>
              </a:rPr>
              <a:t>Informe sobre los partes de asignatura de docentes</a:t>
            </a:r>
            <a:endParaRPr lang="es-ES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7</a:t>
            </a:fld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211F17E-6761-F1A5-B29D-DFAFB643E944}"/>
              </a:ext>
            </a:extLst>
          </p:cNvPr>
          <p:cNvSpPr txBox="1">
            <a:spLocks/>
          </p:cNvSpPr>
          <p:nvPr/>
        </p:nvSpPr>
        <p:spPr>
          <a:xfrm>
            <a:off x="401602" y="1449693"/>
            <a:ext cx="8397875" cy="4709369"/>
          </a:xfrm>
          <a:prstGeom prst="rect">
            <a:avLst/>
          </a:prstGeom>
          <a:ln w="12700">
            <a:miter lim="400000"/>
          </a:ln>
        </p:spPr>
        <p:txBody>
          <a:bodyPr lIns="45719" tIns="45720" rIns="45719" bIns="45720" anchor="t">
            <a:noAutofit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83590" marR="0" indent="-32639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661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23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indent="0">
              <a:buNone/>
            </a:pPr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Aspectos que se pueden tratar:</a:t>
            </a:r>
          </a:p>
          <a:p>
            <a:pPr marL="457200" indent="-457200"/>
            <a:r>
              <a:rPr lang="es-ES" sz="1600" dirty="0" err="1">
                <a:solidFill>
                  <a:srgbClr val="00B050"/>
                </a:solidFill>
                <a:ea typeface="+mn-lt"/>
                <a:cs typeface="+mn-lt"/>
              </a:rPr>
              <a:t>Nº</a:t>
            </a:r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 de partes de asignatura que no han rellenado los profes</a:t>
            </a:r>
            <a:endParaRPr lang="es-ES">
              <a:solidFill>
                <a:srgbClr val="00B050"/>
              </a:solidFill>
            </a:endParaRPr>
          </a:p>
          <a:p>
            <a:pPr marL="457200" indent="-457200" hangingPunct="1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Análisis de la satisfacción con el grupo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Tasas de rendimiento</a:t>
            </a:r>
            <a:endParaRPr lang="es-ES">
              <a:solidFill>
                <a:srgbClr val="00B050"/>
              </a:solidFill>
              <a:ea typeface="+mn-lt"/>
              <a:cs typeface="+mn-lt"/>
            </a:endParaRP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Desdobles (cómo se han hecho?, se han cumplido?...)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Deficiencias de formación</a:t>
            </a:r>
            <a:endParaRPr lang="es-ES">
              <a:solidFill>
                <a:srgbClr val="00B050"/>
              </a:solidFill>
              <a:ea typeface="+mn-lt"/>
              <a:cs typeface="+mn-lt"/>
            </a:endParaRP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Solapes entre asignaturas</a:t>
            </a:r>
            <a:endParaRPr lang="es-ES">
              <a:solidFill>
                <a:srgbClr val="00B050"/>
              </a:solidFill>
              <a:ea typeface="+mn-lt"/>
              <a:cs typeface="+mn-lt"/>
            </a:endParaRP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Observaciones destacables</a:t>
            </a:r>
            <a:endParaRPr lang="es-ES">
              <a:solidFill>
                <a:srgbClr val="00B050"/>
              </a:solidFill>
              <a:ea typeface="+mn-lt"/>
              <a:cs typeface="+mn-lt"/>
            </a:endParaRP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Comentarios destacables</a:t>
            </a:r>
            <a:endParaRPr lang="es-ES">
              <a:solidFill>
                <a:srgbClr val="00B050"/>
              </a:solidFill>
              <a:ea typeface="+mn-lt"/>
              <a:cs typeface="+mn-lt"/>
            </a:endParaRP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...</a:t>
            </a:r>
          </a:p>
          <a:p>
            <a:pPr marL="457200" indent="-457200"/>
            <a:endParaRPr lang="es-ES" sz="16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122288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 lIns="45719" tIns="45720" rIns="45719" bIns="45720" anchor="ctr">
            <a:normAutofit fontScale="90000"/>
          </a:bodyPr>
          <a:lstStyle/>
          <a:p>
            <a:r>
              <a:rPr lang="es-ES" altLang="es-ES">
                <a:latin typeface="Arial"/>
                <a:cs typeface="Arial"/>
              </a:rPr>
              <a:t>Informe sobre los partes de asignatura de delegados</a:t>
            </a:r>
            <a:endParaRPr lang="es-ES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8</a:t>
            </a:fld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DB0BAD3-ABA5-ED80-FCDA-932FA78213D9}"/>
              </a:ext>
            </a:extLst>
          </p:cNvPr>
          <p:cNvSpPr txBox="1">
            <a:spLocks/>
          </p:cNvSpPr>
          <p:nvPr/>
        </p:nvSpPr>
        <p:spPr>
          <a:xfrm>
            <a:off x="401602" y="1449693"/>
            <a:ext cx="8397875" cy="4709369"/>
          </a:xfrm>
          <a:prstGeom prst="rect">
            <a:avLst/>
          </a:prstGeom>
          <a:ln w="12700">
            <a:miter lim="400000"/>
          </a:ln>
        </p:spPr>
        <p:txBody>
          <a:bodyPr lIns="45719" tIns="45720" rIns="45719" bIns="45720" anchor="t">
            <a:noAutofit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83590" marR="0" indent="-32639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661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23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indent="0">
              <a:buNone/>
            </a:pPr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Aspectos que se pueden tratar:</a:t>
            </a:r>
          </a:p>
          <a:p>
            <a:pPr marL="457200" indent="-457200"/>
            <a:r>
              <a:rPr lang="es-ES" sz="1600" dirty="0" err="1">
                <a:solidFill>
                  <a:srgbClr val="00B050"/>
                </a:solidFill>
                <a:ea typeface="+mn-lt"/>
                <a:cs typeface="+mn-lt"/>
              </a:rPr>
              <a:t>Nº</a:t>
            </a:r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 de partes de asignatura que no han rellenado los delegados</a:t>
            </a:r>
            <a:endParaRPr lang="es-ES">
              <a:solidFill>
                <a:srgbClr val="00B050"/>
              </a:solidFill>
            </a:endParaRPr>
          </a:p>
          <a:p>
            <a:pPr marL="457200" indent="-457200" hangingPunct="1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Análisis de la satisfacción con las asignaturas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Observaciones destacables</a:t>
            </a:r>
            <a:endParaRPr lang="es-ES">
              <a:solidFill>
                <a:srgbClr val="00B050"/>
              </a:solidFill>
              <a:ea typeface="+mn-lt"/>
              <a:cs typeface="+mn-lt"/>
            </a:endParaRP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Comentarios destacables</a:t>
            </a:r>
            <a:endParaRPr lang="es-ES">
              <a:solidFill>
                <a:srgbClr val="00B050"/>
              </a:solidFill>
              <a:ea typeface="+mn-lt"/>
              <a:cs typeface="+mn-lt"/>
            </a:endParaRP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Felicitaciones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Sugerencias de cambios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Resumen de la reunión con delegados</a:t>
            </a:r>
          </a:p>
          <a:p>
            <a:pPr marL="457200" indent="-457200"/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...</a:t>
            </a:r>
          </a:p>
          <a:p>
            <a:pPr marL="457200" indent="-457200"/>
            <a:endParaRPr lang="es-ES" sz="16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507257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107504" y="404664"/>
            <a:ext cx="8488363" cy="600075"/>
          </a:xfrm>
        </p:spPr>
        <p:txBody>
          <a:bodyPr lIns="45719" tIns="45720" rIns="45719" bIns="45720" anchor="ctr">
            <a:normAutofit/>
          </a:bodyPr>
          <a:lstStyle/>
          <a:p>
            <a:r>
              <a:rPr lang="es-ES" altLang="es-ES" dirty="0">
                <a:latin typeface="Arial"/>
                <a:cs typeface="Arial"/>
              </a:rPr>
              <a:t>Coordinación entre asignaturas</a:t>
            </a:r>
            <a:endParaRPr lang="es-ES" dirty="0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9</a:t>
            </a:fld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5E2776-9BBE-3AE1-9F8B-4021B3A83F9E}"/>
              </a:ext>
            </a:extLst>
          </p:cNvPr>
          <p:cNvSpPr txBox="1">
            <a:spLocks/>
          </p:cNvSpPr>
          <p:nvPr/>
        </p:nvSpPr>
        <p:spPr>
          <a:xfrm>
            <a:off x="369100" y="1233011"/>
            <a:ext cx="8397875" cy="5153568"/>
          </a:xfrm>
          <a:prstGeom prst="rect">
            <a:avLst/>
          </a:prstGeom>
          <a:ln w="12700">
            <a:miter lim="400000"/>
          </a:ln>
        </p:spPr>
        <p:txBody>
          <a:bodyPr lIns="45719" tIns="45720" rIns="45719" bIns="45720" anchor="t">
            <a:noAutofit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83590" marR="0" indent="-32639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661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23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457200" indent="-457200" hangingPunct="1"/>
            <a:r>
              <a:rPr lang="es-ES" sz="1600" dirty="0">
                <a:solidFill>
                  <a:schemeClr val="tx1"/>
                </a:solidFill>
                <a:ea typeface="+mn-lt"/>
                <a:cs typeface="+mn-lt"/>
              </a:rPr>
              <a:t>Reuniones de coordinación entre docentes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   </a:t>
            </a: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Aspectos que se pueden tratar: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Asignaturas que se han reunido</a:t>
            </a:r>
          </a:p>
          <a:p>
            <a:pPr marL="897890" lvl="1">
              <a:buFont typeface="Courier New"/>
              <a:buChar char="o"/>
            </a:pPr>
            <a:r>
              <a:rPr lang="es-ES" sz="1200" err="1">
                <a:solidFill>
                  <a:srgbClr val="00B050"/>
                </a:solidFill>
                <a:ea typeface="+mn-lt"/>
                <a:cs typeface="+mn-lt"/>
              </a:rPr>
              <a:t>Nº</a:t>
            </a: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 de asignaturas de las que no consta información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Principales temáticas de las reuniones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Conclusiones importantes...</a:t>
            </a:r>
          </a:p>
          <a:p>
            <a:pPr marL="457200" indent="-457200"/>
            <a:r>
              <a:rPr lang="es-ES" sz="1600" dirty="0">
                <a:solidFill>
                  <a:schemeClr val="tx1"/>
                </a:solidFill>
                <a:ea typeface="+mn-lt"/>
                <a:cs typeface="+mn-lt"/>
              </a:rPr>
              <a:t>Reuniones de coordinación vertical</a:t>
            </a:r>
          </a:p>
          <a:p>
            <a:pPr marL="571500" lvl="1" indent="0">
              <a:buNone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Aspectos que se pueden tratar: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Asignaturas que se han reunido</a:t>
            </a:r>
            <a:endParaRPr lang="es-ES">
              <a:solidFill>
                <a:srgbClr val="00B050"/>
              </a:solidFill>
            </a:endParaRP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Principales temas tratados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Conclusiones importantes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Futuras reuniones...</a:t>
            </a:r>
          </a:p>
          <a:p>
            <a:pPr marL="457200" indent="-457200"/>
            <a:r>
              <a:rPr lang="es-ES" sz="1600" dirty="0">
                <a:solidFill>
                  <a:schemeClr val="tx1"/>
                </a:solidFill>
                <a:ea typeface="+mn-lt"/>
                <a:cs typeface="+mn-lt"/>
              </a:rPr>
              <a:t>Reuniones de coordinación horizontal</a:t>
            </a:r>
          </a:p>
          <a:p>
            <a:pPr marL="571500" lvl="1" indent="0">
              <a:buNone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Aspectos que se pueden tratar: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Asignaturas que se han reunido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Principales temas tratados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Conclusiones importantes</a:t>
            </a:r>
          </a:p>
          <a:p>
            <a:pPr marL="897890" lvl="1">
              <a:buFont typeface="Courier New"/>
              <a:buChar char="o"/>
            </a:pPr>
            <a:r>
              <a:rPr lang="es-ES" sz="1200" dirty="0">
                <a:solidFill>
                  <a:srgbClr val="00B050"/>
                </a:solidFill>
                <a:ea typeface="+mn-lt"/>
                <a:cs typeface="+mn-lt"/>
              </a:rPr>
              <a:t>Futuras reuniones...</a:t>
            </a:r>
          </a:p>
        </p:txBody>
      </p:sp>
    </p:spTree>
    <p:extLst>
      <p:ext uri="{BB962C8B-B14F-4D97-AF65-F5344CB8AC3E}">
        <p14:creationId xmlns:p14="http://schemas.microsoft.com/office/powerpoint/2010/main" val="376729925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712</Words>
  <Application>Microsoft Office PowerPoint</Application>
  <PresentationFormat>Presentación en pantalla (4:3)</PresentationFormat>
  <Paragraphs>118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Tema de Office</vt:lpstr>
      <vt:lpstr>Reunión de Coordinación  Curso XXXX-XX – Primer Semestre XX/XX/XXXX</vt:lpstr>
      <vt:lpstr>Motivación reuniones coordinación</vt:lpstr>
      <vt:lpstr>Recordatorio</vt:lpstr>
      <vt:lpstr>Recogida de evidencias de coordinación</vt:lpstr>
      <vt:lpstr>Orden del día</vt:lpstr>
      <vt:lpstr>Resumen del cuatrimestre</vt:lpstr>
      <vt:lpstr>Informe sobre los partes de asignatura de docentes</vt:lpstr>
      <vt:lpstr>Informe sobre los partes de asignatura de delegados</vt:lpstr>
      <vt:lpstr>Coordinación entre asignaturas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Belen.Vela</dc:creator>
  <cp:lastModifiedBy>ERNESTO ARANDA ESCOLASTICO</cp:lastModifiedBy>
  <cp:revision>330</cp:revision>
  <dcterms:created xsi:type="dcterms:W3CDTF">2019-02-28T11:38:31Z</dcterms:created>
  <dcterms:modified xsi:type="dcterms:W3CDTF">2025-10-08T16:30:48Z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